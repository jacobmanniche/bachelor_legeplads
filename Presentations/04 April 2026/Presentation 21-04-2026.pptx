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93" r:id="rId5"/>
    <p:sldId id="317" r:id="rId6"/>
    <p:sldId id="324" r:id="rId7"/>
    <p:sldId id="325" r:id="rId8"/>
    <p:sldId id="323" r:id="rId9"/>
    <p:sldId id="326" r:id="rId10"/>
    <p:sldId id="327" r:id="rId11"/>
    <p:sldId id="328" r:id="rId12"/>
    <p:sldId id="329" r:id="rId13"/>
    <p:sldId id="331" r:id="rId14"/>
    <p:sldId id="330" r:id="rId15"/>
    <p:sldId id="332" r:id="rId16"/>
    <p:sldId id="334" r:id="rId17"/>
    <p:sldId id="333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B5EB7"/>
    <a:srgbClr val="EEF2F2"/>
    <a:srgbClr val="3655A6"/>
    <a:srgbClr val="2C4688"/>
    <a:srgbClr val="326063"/>
    <a:srgbClr val="68A68E"/>
    <a:srgbClr val="ABCCC0"/>
    <a:srgbClr val="4D836E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Alfred Pedersen" userId="bcca11ee-19e3-439b-8f05-48763e2a5f23" providerId="ADAL" clId="{32C752E2-A49F-49A6-89BF-5063FA87EE3B}"/>
    <pc:docChg chg="undo custSel addSld delSld modSld sldOrd">
      <pc:chgData name="Jens Alfred Pedersen" userId="bcca11ee-19e3-439b-8f05-48763e2a5f23" providerId="ADAL" clId="{32C752E2-A49F-49A6-89BF-5063FA87EE3B}" dt="2026-04-20T08:28:34.908" v="7176" actId="1076"/>
      <pc:docMkLst>
        <pc:docMk/>
      </pc:docMkLst>
      <pc:sldChg chg="modSp mod">
        <pc:chgData name="Jens Alfred Pedersen" userId="bcca11ee-19e3-439b-8f05-48763e2a5f23" providerId="ADAL" clId="{32C752E2-A49F-49A6-89BF-5063FA87EE3B}" dt="2026-04-17T13:53:51.267" v="6360" actId="20577"/>
        <pc:sldMkLst>
          <pc:docMk/>
          <pc:sldMk cId="379633757" sldId="293"/>
        </pc:sldMkLst>
        <pc:spChg chg="mod">
          <ac:chgData name="Jens Alfred Pedersen" userId="bcca11ee-19e3-439b-8f05-48763e2a5f23" providerId="ADAL" clId="{32C752E2-A49F-49A6-89BF-5063FA87EE3B}" dt="2026-04-17T13:53:51.267" v="6360" actId="20577"/>
          <ac:spMkLst>
            <pc:docMk/>
            <pc:sldMk cId="379633757" sldId="293"/>
            <ac:spMk id="2" creationId="{AD4746D4-ECF6-A1C8-C827-186F51BB0915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3" creationId="{3C3DCE8A-3450-3756-F020-B8CA931B4CA7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4" creationId="{32566417-13F7-C252-C7EA-202A4DBC891F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5" creationId="{C56A5920-B537-C091-61E5-42EA09F8D89C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6" creationId="{C96A0BBB-BDA2-328E-E43F-B8A17B842215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7" creationId="{57DD1288-530D-2107-76AC-2F6955790447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379633757" sldId="293"/>
            <ac:spMk id="8" creationId="{739CA70D-9BE0-0084-BAE1-3598C7B60C15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4-17T13:54:35.793" v="6454" actId="20577"/>
        <pc:sldMkLst>
          <pc:docMk/>
          <pc:sldMk cId="1108052160" sldId="317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2" creationId="{88A87E6A-CD75-E223-C9E4-002439CD88BF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5" creationId="{A0D29A8C-6F8A-D0AF-AD51-DCE2827D0CFC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7" creationId="{BCC40E36-8080-0116-A3F2-71A7C80FC1D6}"/>
          </ac:spMkLst>
        </pc:spChg>
        <pc:spChg chg="mod">
          <ac:chgData name="Jens Alfred Pedersen" userId="bcca11ee-19e3-439b-8f05-48763e2a5f23" providerId="ADAL" clId="{32C752E2-A49F-49A6-89BF-5063FA87EE3B}" dt="2026-04-17T13:54:35.793" v="6454" actId="20577"/>
          <ac:spMkLst>
            <pc:docMk/>
            <pc:sldMk cId="1108052160" sldId="317"/>
            <ac:spMk id="8" creationId="{2DB4C0E0-0536-5F9A-9F0D-2556030FF43B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9" creationId="{63C72E96-7423-6039-71F0-79549549C9CB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11" creationId="{52388660-7E99-9FBA-470F-0679956A98B6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108052160" sldId="317"/>
            <ac:spMk id="12" creationId="{ECAE4132-6655-5B01-9D35-30A69C05BC93}"/>
          </ac:spMkLst>
        </pc:spChg>
        <pc:picChg chg="add mod">
          <ac:chgData name="Jens Alfred Pedersen" userId="bcca11ee-19e3-439b-8f05-48763e2a5f23" providerId="ADAL" clId="{32C752E2-A49F-49A6-89BF-5063FA87EE3B}" dt="2026-04-16T06:27:03.535" v="974" actId="1076"/>
          <ac:picMkLst>
            <pc:docMk/>
            <pc:sldMk cId="1108052160" sldId="317"/>
            <ac:picMk id="16" creationId="{ED3222CD-69B5-A573-D245-3977EE9E0DFF}"/>
          </ac:picMkLst>
        </pc:picChg>
      </pc:sldChg>
      <pc:sldChg chg="addSp delSp modSp add del mod">
        <pc:chgData name="Jens Alfred Pedersen" userId="bcca11ee-19e3-439b-8f05-48763e2a5f23" providerId="ADAL" clId="{32C752E2-A49F-49A6-89BF-5063FA87EE3B}" dt="2026-04-20T07:02:32.193" v="6486" actId="2696"/>
        <pc:sldMkLst>
          <pc:docMk/>
          <pc:sldMk cId="2444577063" sldId="321"/>
        </pc:sldMkLst>
      </pc:sldChg>
      <pc:sldChg chg="addSp delSp modSp add del mod">
        <pc:chgData name="Jens Alfred Pedersen" userId="bcca11ee-19e3-439b-8f05-48763e2a5f23" providerId="ADAL" clId="{32C752E2-A49F-49A6-89BF-5063FA87EE3B}" dt="2026-04-20T08:01:54.045" v="6986" actId="2696"/>
        <pc:sldMkLst>
          <pc:docMk/>
          <pc:sldMk cId="2510837475" sldId="322"/>
        </pc:sldMkLst>
      </pc:sldChg>
      <pc:sldChg chg="addSp delSp modSp add mod ord">
        <pc:chgData name="Jens Alfred Pedersen" userId="bcca11ee-19e3-439b-8f05-48763e2a5f23" providerId="ADAL" clId="{32C752E2-A49F-49A6-89BF-5063FA87EE3B}" dt="2026-04-17T13:56:35.312" v="6463"/>
        <pc:sldMkLst>
          <pc:docMk/>
          <pc:sldMk cId="2329233127" sldId="323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329233127" sldId="323"/>
            <ac:spMk id="2" creationId="{8C39C05E-571D-AB42-52E3-CBE7BBEE5CFA}"/>
          </ac:spMkLst>
        </pc:spChg>
        <pc:spChg chg="add mod">
          <ac:chgData name="Jens Alfred Pedersen" userId="bcca11ee-19e3-439b-8f05-48763e2a5f23" providerId="ADAL" clId="{32C752E2-A49F-49A6-89BF-5063FA87EE3B}" dt="2026-04-17T13:56:35.312" v="6463"/>
          <ac:spMkLst>
            <pc:docMk/>
            <pc:sldMk cId="2329233127" sldId="323"/>
            <ac:spMk id="4" creationId="{CE0408DB-D9FA-9C2D-C6DF-112504B4A256}"/>
          </ac:spMkLst>
        </pc:spChg>
        <pc:spChg chg="add del mod">
          <ac:chgData name="Jens Alfred Pedersen" userId="bcca11ee-19e3-439b-8f05-48763e2a5f23" providerId="ADAL" clId="{32C752E2-A49F-49A6-89BF-5063FA87EE3B}" dt="2026-04-17T13:56:33.130" v="6461" actId="478"/>
          <ac:spMkLst>
            <pc:docMk/>
            <pc:sldMk cId="2329233127" sldId="323"/>
            <ac:spMk id="5" creationId="{74A13A5B-3E8B-5771-A110-E1D7CB4B863A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329233127" sldId="323"/>
            <ac:spMk id="9" creationId="{267E203D-2BE1-CF39-C4E5-DFC3D504E216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329233127" sldId="323"/>
            <ac:spMk id="11" creationId="{9F46B679-5268-3385-0FEF-4408229B8747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329233127" sldId="323"/>
            <ac:spMk id="12" creationId="{B86B9D53-BF67-91D3-33ED-9F0BC1A32957}"/>
          </ac:spMkLst>
        </pc:spChg>
        <pc:spChg chg="add mod">
          <ac:chgData name="Jens Alfred Pedersen" userId="bcca11ee-19e3-439b-8f05-48763e2a5f23" providerId="ADAL" clId="{32C752E2-A49F-49A6-89BF-5063FA87EE3B}" dt="2026-04-16T12:36:53.941" v="5534" actId="20577"/>
          <ac:spMkLst>
            <pc:docMk/>
            <pc:sldMk cId="2329233127" sldId="323"/>
            <ac:spMk id="13" creationId="{B0E7D168-14E8-8A67-A8B1-E25502222A73}"/>
          </ac:spMkLst>
        </pc:spChg>
        <pc:picChg chg="add mod">
          <ac:chgData name="Jens Alfred Pedersen" userId="bcca11ee-19e3-439b-8f05-48763e2a5f23" providerId="ADAL" clId="{32C752E2-A49F-49A6-89BF-5063FA87EE3B}" dt="2026-04-16T12:35:13.832" v="5092" actId="1076"/>
          <ac:picMkLst>
            <pc:docMk/>
            <pc:sldMk cId="2329233127" sldId="323"/>
            <ac:picMk id="10" creationId="{AD1EA0D4-46A2-997C-0112-0E9EF9813A87}"/>
          </ac:picMkLst>
        </pc:picChg>
      </pc:sldChg>
      <pc:sldChg chg="addSp delSp modSp add mod ord">
        <pc:chgData name="Jens Alfred Pedersen" userId="bcca11ee-19e3-439b-8f05-48763e2a5f23" providerId="ADAL" clId="{32C752E2-A49F-49A6-89BF-5063FA87EE3B}" dt="2026-04-17T13:56:26.371" v="6456"/>
        <pc:sldMkLst>
          <pc:docMk/>
          <pc:sldMk cId="971719537" sldId="324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2" creationId="{DB0045D3-3AE7-2927-886E-05300678F941}"/>
          </ac:spMkLst>
        </pc:spChg>
        <pc:spChg chg="add 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3" creationId="{C389F6E2-C603-B2EF-93F3-9519482C778E}"/>
          </ac:spMkLst>
        </pc:spChg>
        <pc:spChg chg="add mod">
          <ac:chgData name="Jens Alfred Pedersen" userId="bcca11ee-19e3-439b-8f05-48763e2a5f23" providerId="ADAL" clId="{32C752E2-A49F-49A6-89BF-5063FA87EE3B}" dt="2026-04-17T13:56:26.371" v="6456"/>
          <ac:spMkLst>
            <pc:docMk/>
            <pc:sldMk cId="971719537" sldId="324"/>
            <ac:spMk id="4" creationId="{1CF8D798-7379-4F22-C431-5BE82B96E55F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5" creationId="{DBA1A411-525F-1D77-9670-43E1AC214CAF}"/>
          </ac:spMkLst>
        </pc:spChg>
        <pc:spChg chg="mod">
          <ac:chgData name="Jens Alfred Pedersen" userId="bcca11ee-19e3-439b-8f05-48763e2a5f23" providerId="ADAL" clId="{32C752E2-A49F-49A6-89BF-5063FA87EE3B}" dt="2026-04-16T12:28:06.409" v="4892" actId="20577"/>
          <ac:spMkLst>
            <pc:docMk/>
            <pc:sldMk cId="971719537" sldId="324"/>
            <ac:spMk id="7" creationId="{5703D5D7-B36C-6527-1183-4C39D66E4376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9" creationId="{C5FA6568-71D9-F0D3-096E-40CFE214B749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11" creationId="{4C083E8E-AE75-027E-D856-5D4BBC8B4BD4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12" creationId="{86F57242-D2B2-02CF-6AE4-77B4E18CC34C}"/>
          </ac:spMkLst>
        </pc:spChg>
        <pc:spChg chg="add 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971719537" sldId="324"/>
            <ac:spMk id="20" creationId="{99DF4407-9BC4-63C7-FDD6-3860B35D1F0A}"/>
          </ac:spMkLst>
        </pc:spChg>
      </pc:sldChg>
      <pc:sldChg chg="addSp delSp modSp add mod">
        <pc:chgData name="Jens Alfred Pedersen" userId="bcca11ee-19e3-439b-8f05-48763e2a5f23" providerId="ADAL" clId="{32C752E2-A49F-49A6-89BF-5063FA87EE3B}" dt="2026-04-17T13:56:29.973" v="6458"/>
        <pc:sldMkLst>
          <pc:docMk/>
          <pc:sldMk cId="1957579429" sldId="325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2" creationId="{24670CE8-5F36-3891-AAE1-6FD04699D146}"/>
          </ac:spMkLst>
        </pc:spChg>
        <pc:spChg chg="add mod">
          <ac:chgData name="Jens Alfred Pedersen" userId="bcca11ee-19e3-439b-8f05-48763e2a5f23" providerId="ADAL" clId="{32C752E2-A49F-49A6-89BF-5063FA87EE3B}" dt="2026-04-17T13:56:29.973" v="6458"/>
          <ac:spMkLst>
            <pc:docMk/>
            <pc:sldMk cId="1957579429" sldId="325"/>
            <ac:spMk id="3" creationId="{17420FBC-81C1-A1C8-16A8-41B2BC5FC524}"/>
          </ac:spMkLst>
        </pc:spChg>
        <pc:spChg chg="add 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4" creationId="{E9428DFC-4CC3-6330-72C5-6DADCE130038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5" creationId="{5BBE85ED-189B-BE53-817F-2843B8B10DDA}"/>
          </ac:spMkLst>
        </pc:spChg>
        <pc:spChg chg="mod">
          <ac:chgData name="Jens Alfred Pedersen" userId="bcca11ee-19e3-439b-8f05-48763e2a5f23" providerId="ADAL" clId="{32C752E2-A49F-49A6-89BF-5063FA87EE3B}" dt="2026-04-16T12:27:58.754" v="4884" actId="20577"/>
          <ac:spMkLst>
            <pc:docMk/>
            <pc:sldMk cId="1957579429" sldId="325"/>
            <ac:spMk id="7" creationId="{11EAA540-F8AD-2CF0-DE5E-A728660A660E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9" creationId="{89F21B73-5AF9-229D-F27D-425BE86CF2C5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11" creationId="{AAADC35A-35F7-0DF3-8F7D-E192A0869005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12" creationId="{80B5EF36-7F3D-7A78-936C-9C3B601C7B35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957579429" sldId="325"/>
            <ac:spMk id="20" creationId="{8041551E-28E6-7ADF-3AEE-B0597DBD2E86}"/>
          </ac:spMkLst>
        </pc:spChg>
      </pc:sldChg>
      <pc:sldChg chg="addSp delSp modSp add mod">
        <pc:chgData name="Jens Alfred Pedersen" userId="bcca11ee-19e3-439b-8f05-48763e2a5f23" providerId="ADAL" clId="{32C752E2-A49F-49A6-89BF-5063FA87EE3B}" dt="2026-04-17T13:56:40.057" v="6465"/>
        <pc:sldMkLst>
          <pc:docMk/>
          <pc:sldMk cId="2909458793" sldId="326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909458793" sldId="326"/>
            <ac:spMk id="2" creationId="{5E147F97-85E5-6FDD-2B8F-3C2588C51B24}"/>
          </ac:spMkLst>
        </pc:spChg>
        <pc:spChg chg="add mod">
          <ac:chgData name="Jens Alfred Pedersen" userId="bcca11ee-19e3-439b-8f05-48763e2a5f23" providerId="ADAL" clId="{32C752E2-A49F-49A6-89BF-5063FA87EE3B}" dt="2026-04-16T13:00:33.236" v="6308" actId="20577"/>
          <ac:spMkLst>
            <pc:docMk/>
            <pc:sldMk cId="2909458793" sldId="326"/>
            <ac:spMk id="3" creationId="{55FBEFBB-2BBD-FE0D-95D3-EF839169ACF3}"/>
          </ac:spMkLst>
        </pc:spChg>
        <pc:spChg chg="add mod">
          <ac:chgData name="Jens Alfred Pedersen" userId="bcca11ee-19e3-439b-8f05-48763e2a5f23" providerId="ADAL" clId="{32C752E2-A49F-49A6-89BF-5063FA87EE3B}" dt="2026-04-17T13:56:40.057" v="6465"/>
          <ac:spMkLst>
            <pc:docMk/>
            <pc:sldMk cId="2909458793" sldId="326"/>
            <ac:spMk id="4" creationId="{A74E01B4-A9C4-B9AF-DFDA-C3B0F705A790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909458793" sldId="326"/>
            <ac:spMk id="5" creationId="{9135FDA8-1A0C-7DD9-190A-2FFD0C23236F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909458793" sldId="326"/>
            <ac:spMk id="9" creationId="{C6A864A0-8F7B-6565-8D3A-B26B9237303E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909458793" sldId="326"/>
            <ac:spMk id="11" creationId="{889F26F7-3674-9D69-17C3-D90D31FBA043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2909458793" sldId="326"/>
            <ac:spMk id="12" creationId="{F879FF24-0A86-73B0-2E70-E57C61937E53}"/>
          </ac:spMkLst>
        </pc:spChg>
        <pc:picChg chg="add mod modCrop">
          <ac:chgData name="Jens Alfred Pedersen" userId="bcca11ee-19e3-439b-8f05-48763e2a5f23" providerId="ADAL" clId="{32C752E2-A49F-49A6-89BF-5063FA87EE3B}" dt="2026-04-16T13:01:30.782" v="6344" actId="1035"/>
          <ac:picMkLst>
            <pc:docMk/>
            <pc:sldMk cId="2909458793" sldId="326"/>
            <ac:picMk id="6" creationId="{5469F442-13AF-071C-2E5B-7AEBE7B2BB4A}"/>
          </ac:picMkLst>
        </pc:picChg>
      </pc:sldChg>
      <pc:sldChg chg="addSp delSp modSp add mod">
        <pc:chgData name="Jens Alfred Pedersen" userId="bcca11ee-19e3-439b-8f05-48763e2a5f23" providerId="ADAL" clId="{32C752E2-A49F-49A6-89BF-5063FA87EE3B}" dt="2026-04-17T13:56:43.034" v="6467"/>
        <pc:sldMkLst>
          <pc:docMk/>
          <pc:sldMk cId="1297583780" sldId="327"/>
        </pc:sldMkLst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297583780" sldId="327"/>
            <ac:spMk id="2" creationId="{31849012-70DB-A0FA-E97B-6BF8954FA839}"/>
          </ac:spMkLst>
        </pc:spChg>
        <pc:spChg chg="add mod">
          <ac:chgData name="Jens Alfred Pedersen" userId="bcca11ee-19e3-439b-8f05-48763e2a5f23" providerId="ADAL" clId="{32C752E2-A49F-49A6-89BF-5063FA87EE3B}" dt="2026-04-17T13:56:43.034" v="6467"/>
          <ac:spMkLst>
            <pc:docMk/>
            <pc:sldMk cId="1297583780" sldId="327"/>
            <ac:spMk id="3" creationId="{7B4568D8-7C9F-611E-6A6F-9423C9653B03}"/>
          </ac:spMkLst>
        </pc:spChg>
        <pc:spChg chg="add mod">
          <ac:chgData name="Jens Alfred Pedersen" userId="bcca11ee-19e3-439b-8f05-48763e2a5f23" providerId="ADAL" clId="{32C752E2-A49F-49A6-89BF-5063FA87EE3B}" dt="2026-04-16T12:35:22.898" v="5095" actId="20577"/>
          <ac:spMkLst>
            <pc:docMk/>
            <pc:sldMk cId="1297583780" sldId="327"/>
            <ac:spMk id="4" creationId="{4EFCF52A-FF10-D231-4ED6-2239B6FEB441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297583780" sldId="327"/>
            <ac:spMk id="5" creationId="{12E62752-417C-BC52-082D-1D360A80FD8D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297583780" sldId="327"/>
            <ac:spMk id="9" creationId="{097D81C9-4A9B-3A57-4EE5-5AA75676F11A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297583780" sldId="327"/>
            <ac:spMk id="11" creationId="{E73B03F7-E87C-2CD7-2A65-8D153305F1F9}"/>
          </ac:spMkLst>
        </pc:spChg>
        <pc:spChg chg="mod">
          <ac:chgData name="Jens Alfred Pedersen" userId="bcca11ee-19e3-439b-8f05-48763e2a5f23" providerId="ADAL" clId="{32C752E2-A49F-49A6-89BF-5063FA87EE3B}" dt="2026-04-16T12:20:30.215" v="4652" actId="790"/>
          <ac:spMkLst>
            <pc:docMk/>
            <pc:sldMk cId="1297583780" sldId="327"/>
            <ac:spMk id="12" creationId="{BDFDD964-38D4-E249-E80E-2AF76F493AAA}"/>
          </ac:spMkLst>
        </pc:spChg>
        <pc:picChg chg="add mod modCrop">
          <ac:chgData name="Jens Alfred Pedersen" userId="bcca11ee-19e3-439b-8f05-48763e2a5f23" providerId="ADAL" clId="{32C752E2-A49F-49A6-89BF-5063FA87EE3B}" dt="2026-04-16T12:24:04.977" v="4758" actId="12789"/>
          <ac:picMkLst>
            <pc:docMk/>
            <pc:sldMk cId="1297583780" sldId="327"/>
            <ac:picMk id="13" creationId="{6D89B8B6-5C22-7D0B-9185-6AEA39EB2A15}"/>
          </ac:picMkLst>
        </pc:picChg>
        <pc:picChg chg="add mod modCrop">
          <ac:chgData name="Jens Alfred Pedersen" userId="bcca11ee-19e3-439b-8f05-48763e2a5f23" providerId="ADAL" clId="{32C752E2-A49F-49A6-89BF-5063FA87EE3B}" dt="2026-04-16T12:24:07.945" v="4759" actId="408"/>
          <ac:picMkLst>
            <pc:docMk/>
            <pc:sldMk cId="1297583780" sldId="327"/>
            <ac:picMk id="15" creationId="{FE270B2D-CC4C-1DC2-28B9-410923A209C5}"/>
          </ac:picMkLst>
        </pc:picChg>
        <pc:picChg chg="add mod modCrop">
          <ac:chgData name="Jens Alfred Pedersen" userId="bcca11ee-19e3-439b-8f05-48763e2a5f23" providerId="ADAL" clId="{32C752E2-A49F-49A6-89BF-5063FA87EE3B}" dt="2026-04-16T12:26:23.044" v="4867" actId="14100"/>
          <ac:picMkLst>
            <pc:docMk/>
            <pc:sldMk cId="1297583780" sldId="327"/>
            <ac:picMk id="19" creationId="{20E9AE84-1814-3A12-60C2-B8B9AC6BF979}"/>
          </ac:picMkLst>
        </pc:picChg>
      </pc:sldChg>
      <pc:sldChg chg="addSp delSp modSp add mod">
        <pc:chgData name="Jens Alfred Pedersen" userId="bcca11ee-19e3-439b-8f05-48763e2a5f23" providerId="ADAL" clId="{32C752E2-A49F-49A6-89BF-5063FA87EE3B}" dt="2026-04-17T13:56:46.909" v="6469"/>
        <pc:sldMkLst>
          <pc:docMk/>
          <pc:sldMk cId="993438462" sldId="328"/>
        </pc:sldMkLst>
        <pc:spChg chg="add mod">
          <ac:chgData name="Jens Alfred Pedersen" userId="bcca11ee-19e3-439b-8f05-48763e2a5f23" providerId="ADAL" clId="{32C752E2-A49F-49A6-89BF-5063FA87EE3B}" dt="2026-04-17T13:56:46.909" v="6469"/>
          <ac:spMkLst>
            <pc:docMk/>
            <pc:sldMk cId="993438462" sldId="328"/>
            <ac:spMk id="3" creationId="{A1DD4FCC-E299-6D04-CCBE-8DE32FBF1035}"/>
          </ac:spMkLst>
        </pc:spChg>
        <pc:spChg chg="mod">
          <ac:chgData name="Jens Alfred Pedersen" userId="bcca11ee-19e3-439b-8f05-48763e2a5f23" providerId="ADAL" clId="{32C752E2-A49F-49A6-89BF-5063FA87EE3B}" dt="2026-04-16T12:29:09.616" v="5028" actId="20577"/>
          <ac:spMkLst>
            <pc:docMk/>
            <pc:sldMk cId="993438462" sldId="328"/>
            <ac:spMk id="4" creationId="{F9094296-5EDE-A5A7-3012-0E40C1E989F8}"/>
          </ac:spMkLst>
        </pc:spChg>
        <pc:picChg chg="add mod modCrop">
          <ac:chgData name="Jens Alfred Pedersen" userId="bcca11ee-19e3-439b-8f05-48763e2a5f23" providerId="ADAL" clId="{32C752E2-A49F-49A6-89BF-5063FA87EE3B}" dt="2026-04-16T12:32:40.613" v="5079" actId="14100"/>
          <ac:picMkLst>
            <pc:docMk/>
            <pc:sldMk cId="993438462" sldId="328"/>
            <ac:picMk id="10" creationId="{F8250E58-13A1-1C92-8738-C84F07C35667}"/>
          </ac:picMkLst>
        </pc:picChg>
        <pc:picChg chg="add mod modCrop">
          <ac:chgData name="Jens Alfred Pedersen" userId="bcca11ee-19e3-439b-8f05-48763e2a5f23" providerId="ADAL" clId="{32C752E2-A49F-49A6-89BF-5063FA87EE3B}" dt="2026-04-16T12:32:14.188" v="5076" actId="12789"/>
          <ac:picMkLst>
            <pc:docMk/>
            <pc:sldMk cId="993438462" sldId="328"/>
            <ac:picMk id="16" creationId="{172163C4-7DBC-D7EA-5CCA-149656E93974}"/>
          </ac:picMkLst>
        </pc:picChg>
        <pc:picChg chg="add mod">
          <ac:chgData name="Jens Alfred Pedersen" userId="bcca11ee-19e3-439b-8f05-48763e2a5f23" providerId="ADAL" clId="{32C752E2-A49F-49A6-89BF-5063FA87EE3B}" dt="2026-04-16T12:32:27.604" v="5077" actId="14100"/>
          <ac:picMkLst>
            <pc:docMk/>
            <pc:sldMk cId="993438462" sldId="328"/>
            <ac:picMk id="17" creationId="{2830773F-8666-D3D3-4F48-0B67FD8E4E6B}"/>
          </ac:picMkLst>
        </pc:picChg>
      </pc:sldChg>
      <pc:sldChg chg="addSp delSp modSp add mod">
        <pc:chgData name="Jens Alfred Pedersen" userId="bcca11ee-19e3-439b-8f05-48763e2a5f23" providerId="ADAL" clId="{32C752E2-A49F-49A6-89BF-5063FA87EE3B}" dt="2026-04-17T13:56:49.508" v="6471"/>
        <pc:sldMkLst>
          <pc:docMk/>
          <pc:sldMk cId="77609933" sldId="329"/>
        </pc:sldMkLst>
        <pc:spChg chg="add mod">
          <ac:chgData name="Jens Alfred Pedersen" userId="bcca11ee-19e3-439b-8f05-48763e2a5f23" providerId="ADAL" clId="{32C752E2-A49F-49A6-89BF-5063FA87EE3B}" dt="2026-04-16T12:43:08.044" v="5818" actId="20577"/>
          <ac:spMkLst>
            <pc:docMk/>
            <pc:sldMk cId="77609933" sldId="329"/>
            <ac:spMk id="3" creationId="{562B8E0D-F2E7-0BC2-B58E-C7DE151F3621}"/>
          </ac:spMkLst>
        </pc:spChg>
        <pc:spChg chg="add mod">
          <ac:chgData name="Jens Alfred Pedersen" userId="bcca11ee-19e3-439b-8f05-48763e2a5f23" providerId="ADAL" clId="{32C752E2-A49F-49A6-89BF-5063FA87EE3B}" dt="2026-04-17T13:56:49.508" v="6471"/>
          <ac:spMkLst>
            <pc:docMk/>
            <pc:sldMk cId="77609933" sldId="329"/>
            <ac:spMk id="4" creationId="{14DB453A-8669-7317-9900-290A5DFF6B67}"/>
          </ac:spMkLst>
        </pc:spChg>
        <pc:picChg chg="add mod">
          <ac:chgData name="Jens Alfred Pedersen" userId="bcca11ee-19e3-439b-8f05-48763e2a5f23" providerId="ADAL" clId="{32C752E2-A49F-49A6-89BF-5063FA87EE3B}" dt="2026-04-16T12:43:16.276" v="5819" actId="1076"/>
          <ac:picMkLst>
            <pc:docMk/>
            <pc:sldMk cId="77609933" sldId="329"/>
            <ac:picMk id="7" creationId="{FB3B82BB-C4EE-BD71-2FDF-6BB6BF26944B}"/>
          </ac:picMkLst>
        </pc:picChg>
        <pc:picChg chg="add mod">
          <ac:chgData name="Jens Alfred Pedersen" userId="bcca11ee-19e3-439b-8f05-48763e2a5f23" providerId="ADAL" clId="{32C752E2-A49F-49A6-89BF-5063FA87EE3B}" dt="2026-04-16T12:43:16.276" v="5819" actId="1076"/>
          <ac:picMkLst>
            <pc:docMk/>
            <pc:sldMk cId="77609933" sldId="329"/>
            <ac:picMk id="14" creationId="{9EF5CC2A-C366-32F3-4191-B1B4EAE9AF42}"/>
          </ac:picMkLst>
        </pc:picChg>
      </pc:sldChg>
      <pc:sldChg chg="modSp mod">
        <pc:chgData name="Jens Alfred Pedersen" userId="bcca11ee-19e3-439b-8f05-48763e2a5f23" providerId="ADAL" clId="{32C752E2-A49F-49A6-89BF-5063FA87EE3B}" dt="2026-04-20T07:02:39.080" v="6487" actId="20577"/>
        <pc:sldMkLst>
          <pc:docMk/>
          <pc:sldMk cId="958477615" sldId="331"/>
        </pc:sldMkLst>
        <pc:spChg chg="mod">
          <ac:chgData name="Jens Alfred Pedersen" userId="bcca11ee-19e3-439b-8f05-48763e2a5f23" providerId="ADAL" clId="{32C752E2-A49F-49A6-89BF-5063FA87EE3B}" dt="2026-04-20T07:02:39.080" v="6487" actId="20577"/>
          <ac:spMkLst>
            <pc:docMk/>
            <pc:sldMk cId="958477615" sldId="331"/>
            <ac:spMk id="8" creationId="{3E1B22D3-4776-7130-F4FD-A68A45ADF707}"/>
          </ac:spMkLst>
        </pc:spChg>
      </pc:sldChg>
      <pc:sldChg chg="addSp delSp modSp mod">
        <pc:chgData name="Jens Alfred Pedersen" userId="bcca11ee-19e3-439b-8f05-48763e2a5f23" providerId="ADAL" clId="{32C752E2-A49F-49A6-89BF-5063FA87EE3B}" dt="2026-04-20T08:05:30.600" v="7175" actId="1076"/>
        <pc:sldMkLst>
          <pc:docMk/>
          <pc:sldMk cId="2347867905" sldId="332"/>
        </pc:sldMkLst>
        <pc:spChg chg="mod">
          <ac:chgData name="Jens Alfred Pedersen" userId="bcca11ee-19e3-439b-8f05-48763e2a5f23" providerId="ADAL" clId="{32C752E2-A49F-49A6-89BF-5063FA87EE3B}" dt="2026-04-20T07:48:26.503" v="6494" actId="20577"/>
          <ac:spMkLst>
            <pc:docMk/>
            <pc:sldMk cId="2347867905" sldId="332"/>
            <ac:spMk id="2" creationId="{0375057B-AEBB-BF39-1C8F-0A6555101106}"/>
          </ac:spMkLst>
        </pc:spChg>
        <pc:spChg chg="del mod">
          <ac:chgData name="Jens Alfred Pedersen" userId="bcca11ee-19e3-439b-8f05-48763e2a5f23" providerId="ADAL" clId="{32C752E2-A49F-49A6-89BF-5063FA87EE3B}" dt="2026-04-20T07:48:09.794" v="6492" actId="478"/>
          <ac:spMkLst>
            <pc:docMk/>
            <pc:sldMk cId="2347867905" sldId="332"/>
            <ac:spMk id="4" creationId="{5CEF3739-D066-5C7B-5919-B06F0F8EEB31}"/>
          </ac:spMkLst>
        </pc:spChg>
        <pc:spChg chg="del">
          <ac:chgData name="Jens Alfred Pedersen" userId="bcca11ee-19e3-439b-8f05-48763e2a5f23" providerId="ADAL" clId="{32C752E2-A49F-49A6-89BF-5063FA87EE3B}" dt="2026-04-20T07:48:11.018" v="6493" actId="478"/>
          <ac:spMkLst>
            <pc:docMk/>
            <pc:sldMk cId="2347867905" sldId="332"/>
            <ac:spMk id="7" creationId="{BDC78964-46C9-DBB6-6140-B5EF709D85C7}"/>
          </ac:spMkLst>
        </pc:spChg>
        <pc:spChg chg="add mod">
          <ac:chgData name="Jens Alfred Pedersen" userId="bcca11ee-19e3-439b-8f05-48763e2a5f23" providerId="ADAL" clId="{32C752E2-A49F-49A6-89BF-5063FA87EE3B}" dt="2026-04-20T08:03:58.997" v="7089" actId="20577"/>
          <ac:spMkLst>
            <pc:docMk/>
            <pc:sldMk cId="2347867905" sldId="332"/>
            <ac:spMk id="8" creationId="{008DF73F-2EFD-8304-4D5E-8925FB59E166}"/>
          </ac:spMkLst>
        </pc:spChg>
        <pc:spChg chg="add mod">
          <ac:chgData name="Jens Alfred Pedersen" userId="bcca11ee-19e3-439b-8f05-48763e2a5f23" providerId="ADAL" clId="{32C752E2-A49F-49A6-89BF-5063FA87EE3B}" dt="2026-04-20T08:04:08.433" v="7092" actId="403"/>
          <ac:spMkLst>
            <pc:docMk/>
            <pc:sldMk cId="2347867905" sldId="332"/>
            <ac:spMk id="14" creationId="{EAF3B4EE-DD88-F0B0-F9A2-27DE0A03552B}"/>
          </ac:spMkLst>
        </pc:spChg>
        <pc:spChg chg="add mod">
          <ac:chgData name="Jens Alfred Pedersen" userId="bcca11ee-19e3-439b-8f05-48763e2a5f23" providerId="ADAL" clId="{32C752E2-A49F-49A6-89BF-5063FA87EE3B}" dt="2026-04-20T08:05:14.616" v="7173" actId="20577"/>
          <ac:spMkLst>
            <pc:docMk/>
            <pc:sldMk cId="2347867905" sldId="332"/>
            <ac:spMk id="15" creationId="{E4EF1E8C-39CA-1619-D461-59BAA8555125}"/>
          </ac:spMkLst>
        </pc:spChg>
        <pc:spChg chg="add mod">
          <ac:chgData name="Jens Alfred Pedersen" userId="bcca11ee-19e3-439b-8f05-48763e2a5f23" providerId="ADAL" clId="{32C752E2-A49F-49A6-89BF-5063FA87EE3B}" dt="2026-04-20T08:05:30.600" v="7175" actId="1076"/>
          <ac:spMkLst>
            <pc:docMk/>
            <pc:sldMk cId="2347867905" sldId="332"/>
            <ac:spMk id="16" creationId="{B10995DF-A55E-2244-6E29-64A8F9107B8D}"/>
          </ac:spMkLst>
        </pc:spChg>
        <pc:picChg chg="del">
          <ac:chgData name="Jens Alfred Pedersen" userId="bcca11ee-19e3-439b-8f05-48763e2a5f23" providerId="ADAL" clId="{32C752E2-A49F-49A6-89BF-5063FA87EE3B}" dt="2026-04-20T07:48:07.754" v="6489" actId="478"/>
          <ac:picMkLst>
            <pc:docMk/>
            <pc:sldMk cId="2347867905" sldId="332"/>
            <ac:picMk id="6" creationId="{5D3FE691-8517-6EB8-3AB2-3736536C561F}"/>
          </ac:picMkLst>
        </pc:picChg>
        <pc:picChg chg="del">
          <ac:chgData name="Jens Alfred Pedersen" userId="bcca11ee-19e3-439b-8f05-48763e2a5f23" providerId="ADAL" clId="{32C752E2-A49F-49A6-89BF-5063FA87EE3B}" dt="2026-04-20T07:48:08.057" v="6490" actId="478"/>
          <ac:picMkLst>
            <pc:docMk/>
            <pc:sldMk cId="2347867905" sldId="332"/>
            <ac:picMk id="13" creationId="{80DAEBF6-D202-6A4F-8340-4EA2509E2943}"/>
          </ac:picMkLst>
        </pc:picChg>
      </pc:sldChg>
      <pc:sldChg chg="modSp add mod">
        <pc:chgData name="Jens Alfred Pedersen" userId="bcca11ee-19e3-439b-8f05-48763e2a5f23" providerId="ADAL" clId="{32C752E2-A49F-49A6-89BF-5063FA87EE3B}" dt="2026-04-20T08:28:34.908" v="7176" actId="1076"/>
        <pc:sldMkLst>
          <pc:docMk/>
          <pc:sldMk cId="2536174504" sldId="334"/>
        </pc:sldMkLst>
        <pc:spChg chg="mod">
          <ac:chgData name="Jens Alfred Pedersen" userId="bcca11ee-19e3-439b-8f05-48763e2a5f23" providerId="ADAL" clId="{32C752E2-A49F-49A6-89BF-5063FA87EE3B}" dt="2026-04-20T08:28:34.908" v="7176" actId="1076"/>
          <ac:spMkLst>
            <pc:docMk/>
            <pc:sldMk cId="2536174504" sldId="334"/>
            <ac:spMk id="4" creationId="{06B25E0E-BA12-6B17-563F-B70D3CB2DDED}"/>
          </ac:spMkLst>
        </pc:spChg>
        <pc:spChg chg="mod">
          <ac:chgData name="Jens Alfred Pedersen" userId="bcca11ee-19e3-439b-8f05-48763e2a5f23" providerId="ADAL" clId="{32C752E2-A49F-49A6-89BF-5063FA87EE3B}" dt="2026-04-20T08:28:34.908" v="7176" actId="1076"/>
          <ac:spMkLst>
            <pc:docMk/>
            <pc:sldMk cId="2536174504" sldId="334"/>
            <ac:spMk id="7" creationId="{52D7F2F0-B8C1-5513-417B-DC890C49FC04}"/>
          </ac:spMkLst>
        </pc:spChg>
        <pc:picChg chg="mod">
          <ac:chgData name="Jens Alfred Pedersen" userId="bcca11ee-19e3-439b-8f05-48763e2a5f23" providerId="ADAL" clId="{32C752E2-A49F-49A6-89BF-5063FA87EE3B}" dt="2026-04-20T08:28:34.908" v="7176" actId="1076"/>
          <ac:picMkLst>
            <pc:docMk/>
            <pc:sldMk cId="2536174504" sldId="334"/>
            <ac:picMk id="6" creationId="{4E669FB7-51DC-BA9E-E96C-239A98BD5A21}"/>
          </ac:picMkLst>
        </pc:picChg>
        <pc:picChg chg="mod">
          <ac:chgData name="Jens Alfred Pedersen" userId="bcca11ee-19e3-439b-8f05-48763e2a5f23" providerId="ADAL" clId="{32C752E2-A49F-49A6-89BF-5063FA87EE3B}" dt="2026-04-20T08:28:34.908" v="7176" actId="1076"/>
          <ac:picMkLst>
            <pc:docMk/>
            <pc:sldMk cId="2536174504" sldId="334"/>
            <ac:picMk id="13" creationId="{B3F5EAF8-62C4-E4B5-93FA-015B890F2D99}"/>
          </ac:picMkLst>
        </pc:picChg>
      </pc:sldChg>
    </pc:docChg>
  </pc:docChgLst>
  <pc:docChgLst>
    <pc:chgData name="Eske Rasmus Freiesleben" userId="S::s234229@dtu.dk::fcdee4af-c687-4a35-8fea-351291de9243" providerId="AD" clId="Web-{5144FCAC-EA47-10A1-F008-1CAB0ABA04E1}"/>
    <pc:docChg chg="addSld modSld">
      <pc:chgData name="Eske Rasmus Freiesleben" userId="S::s234229@dtu.dk::fcdee4af-c687-4a35-8fea-351291de9243" providerId="AD" clId="Web-{5144FCAC-EA47-10A1-F008-1CAB0ABA04E1}" dt="2026-04-17T18:15:04.753" v="481" actId="20577"/>
      <pc:docMkLst>
        <pc:docMk/>
      </pc:docMkLst>
      <pc:sldChg chg="addSp delSp modSp add replId">
        <pc:chgData name="Eske Rasmus Freiesleben" userId="S::s234229@dtu.dk::fcdee4af-c687-4a35-8fea-351291de9243" providerId="AD" clId="Web-{5144FCAC-EA47-10A1-F008-1CAB0ABA04E1}" dt="2026-04-17T18:15:04.753" v="481" actId="20577"/>
        <pc:sldMkLst>
          <pc:docMk/>
          <pc:sldMk cId="958477615" sldId="331"/>
        </pc:sldMkLst>
        <pc:spChg chg="mod">
          <ac:chgData name="Eske Rasmus Freiesleben" userId="S::s234229@dtu.dk::fcdee4af-c687-4a35-8fea-351291de9243" providerId="AD" clId="Web-{5144FCAC-EA47-10A1-F008-1CAB0ABA04E1}" dt="2026-04-17T18:06:32.652" v="88" actId="20577"/>
          <ac:spMkLst>
            <pc:docMk/>
            <pc:sldMk cId="958477615" sldId="331"/>
            <ac:spMk id="2" creationId="{5615F9DB-42AD-04B8-EFA8-A137353AA190}"/>
          </ac:spMkLst>
        </pc:spChg>
        <pc:spChg chg="mod">
          <ac:chgData name="Eske Rasmus Freiesleben" userId="S::s234229@dtu.dk::fcdee4af-c687-4a35-8fea-351291de9243" providerId="AD" clId="Web-{5144FCAC-EA47-10A1-F008-1CAB0ABA04E1}" dt="2026-04-17T18:15:04.753" v="481" actId="20577"/>
          <ac:spMkLst>
            <pc:docMk/>
            <pc:sldMk cId="958477615" sldId="331"/>
            <ac:spMk id="3" creationId="{C111AC29-CF4D-7B29-73AE-D6D18F172E59}"/>
          </ac:spMkLst>
        </pc:spChg>
        <pc:spChg chg="add mod">
          <ac:chgData name="Eske Rasmus Freiesleben" userId="S::s234229@dtu.dk::fcdee4af-c687-4a35-8fea-351291de9243" providerId="AD" clId="Web-{5144FCAC-EA47-10A1-F008-1CAB0ABA04E1}" dt="2026-04-17T18:14:28.237" v="458" actId="20577"/>
          <ac:spMkLst>
            <pc:docMk/>
            <pc:sldMk cId="958477615" sldId="331"/>
            <ac:spMk id="8" creationId="{3E1B22D3-4776-7130-F4FD-A68A45ADF707}"/>
          </ac:spMkLst>
        </pc:spChg>
        <pc:spChg chg="add mod">
          <ac:chgData name="Eske Rasmus Freiesleben" userId="S::s234229@dtu.dk::fcdee4af-c687-4a35-8fea-351291de9243" providerId="AD" clId="Web-{5144FCAC-EA47-10A1-F008-1CAB0ABA04E1}" dt="2026-04-17T18:13:39.798" v="422" actId="1076"/>
          <ac:spMkLst>
            <pc:docMk/>
            <pc:sldMk cId="958477615" sldId="331"/>
            <ac:spMk id="13" creationId="{BB01648A-CF80-F8DC-10DA-86AA8282A33E}"/>
          </ac:spMkLst>
        </pc:spChg>
        <pc:picChg chg="add mod">
          <ac:chgData name="Eske Rasmus Freiesleben" userId="S::s234229@dtu.dk::fcdee4af-c687-4a35-8fea-351291de9243" providerId="AD" clId="Web-{5144FCAC-EA47-10A1-F008-1CAB0ABA04E1}" dt="2026-04-17T18:08:34.348" v="90" actId="1076"/>
          <ac:picMkLst>
            <pc:docMk/>
            <pc:sldMk cId="958477615" sldId="331"/>
            <ac:picMk id="6" creationId="{7B18F076-D49A-E8A4-1756-2D1277A5B908}"/>
          </ac:picMkLst>
        </pc:picChg>
      </pc:sldChg>
    </pc:docChg>
  </pc:docChgLst>
  <pc:docChgLst>
    <pc:chgData name="Jacob Manniche" userId="1ca2ec3f-18cf-4f16-911a-5a58a6928b10" providerId="ADAL" clId="{CA4C69E0-150A-42E0-ADEA-BC66185350E5}"/>
    <pc:docChg chg="undo custSel addSld modSld sldOrd">
      <pc:chgData name="Jacob Manniche" userId="1ca2ec3f-18cf-4f16-911a-5a58a6928b10" providerId="ADAL" clId="{CA4C69E0-150A-42E0-ADEA-BC66185350E5}" dt="2026-04-21T11:28:52.939" v="4329" actId="20577"/>
      <pc:docMkLst>
        <pc:docMk/>
      </pc:docMkLst>
      <pc:sldChg chg="addSp delSp modSp add mod ord modNotesTx">
        <pc:chgData name="Jacob Manniche" userId="1ca2ec3f-18cf-4f16-911a-5a58a6928b10" providerId="ADAL" clId="{CA4C69E0-150A-42E0-ADEA-BC66185350E5}" dt="2026-04-21T11:28:52.939" v="4329" actId="20577"/>
        <pc:sldMkLst>
          <pc:docMk/>
          <pc:sldMk cId="1648070489" sldId="330"/>
        </pc:sldMkLst>
        <pc:spChg chg="mod">
          <ac:chgData name="Jacob Manniche" userId="1ca2ec3f-18cf-4f16-911a-5a58a6928b10" providerId="ADAL" clId="{CA4C69E0-150A-42E0-ADEA-BC66185350E5}" dt="2026-04-18T09:39:33.981" v="1931" actId="20577"/>
          <ac:spMkLst>
            <pc:docMk/>
            <pc:sldMk cId="1648070489" sldId="330"/>
            <ac:spMk id="2" creationId="{E589DA85-6C8D-9A89-C754-6D1C42B14887}"/>
          </ac:spMkLst>
        </pc:spChg>
        <pc:spChg chg="add mod">
          <ac:chgData name="Jacob Manniche" userId="1ca2ec3f-18cf-4f16-911a-5a58a6928b10" providerId="ADAL" clId="{CA4C69E0-150A-42E0-ADEA-BC66185350E5}" dt="2026-04-21T11:28:52.939" v="4329" actId="20577"/>
          <ac:spMkLst>
            <pc:docMk/>
            <pc:sldMk cId="1648070489" sldId="330"/>
            <ac:spMk id="4" creationId="{8948A490-B0FB-440D-9C11-6B3EC1D65150}"/>
          </ac:spMkLst>
        </pc:spChg>
        <pc:spChg chg="add mod">
          <ac:chgData name="Jacob Manniche" userId="1ca2ec3f-18cf-4f16-911a-5a58a6928b10" providerId="ADAL" clId="{CA4C69E0-150A-42E0-ADEA-BC66185350E5}" dt="2026-04-20T07:50:05.905" v="3393" actId="20577"/>
          <ac:spMkLst>
            <pc:docMk/>
            <pc:sldMk cId="1648070489" sldId="330"/>
            <ac:spMk id="7" creationId="{74B5832E-9998-AE8B-3DBB-FA2EE0FD2A88}"/>
          </ac:spMkLst>
        </pc:spChg>
        <pc:spChg chg="add mod">
          <ac:chgData name="Jacob Manniche" userId="1ca2ec3f-18cf-4f16-911a-5a58a6928b10" providerId="ADAL" clId="{CA4C69E0-150A-42E0-ADEA-BC66185350E5}" dt="2026-04-20T07:37:01.880" v="2554" actId="20577"/>
          <ac:spMkLst>
            <pc:docMk/>
            <pc:sldMk cId="1648070489" sldId="330"/>
            <ac:spMk id="8" creationId="{501CEB00-64D2-9386-93E9-D9F94408FC2A}"/>
          </ac:spMkLst>
        </pc:spChg>
      </pc:sldChg>
      <pc:sldChg chg="addSp delSp modSp add mod">
        <pc:chgData name="Jacob Manniche" userId="1ca2ec3f-18cf-4f16-911a-5a58a6928b10" providerId="ADAL" clId="{CA4C69E0-150A-42E0-ADEA-BC66185350E5}" dt="2026-04-21T10:41:00.003" v="4281" actId="20577"/>
        <pc:sldMkLst>
          <pc:docMk/>
          <pc:sldMk cId="2347867905" sldId="332"/>
        </pc:sldMkLst>
        <pc:spChg chg="mod">
          <ac:chgData name="Jacob Manniche" userId="1ca2ec3f-18cf-4f16-911a-5a58a6928b10" providerId="ADAL" clId="{CA4C69E0-150A-42E0-ADEA-BC66185350E5}" dt="2026-04-19T11:27:59.463" v="2008" actId="20577"/>
          <ac:spMkLst>
            <pc:docMk/>
            <pc:sldMk cId="2347867905" sldId="332"/>
            <ac:spMk id="2" creationId="{0375057B-AEBB-BF39-1C8F-0A6555101106}"/>
          </ac:spMkLst>
        </pc:spChg>
        <pc:spChg chg="mod">
          <ac:chgData name="Jacob Manniche" userId="1ca2ec3f-18cf-4f16-911a-5a58a6928b10" providerId="ADAL" clId="{CA4C69E0-150A-42E0-ADEA-BC66185350E5}" dt="2026-04-20T08:32:18.533" v="3673" actId="20577"/>
          <ac:spMkLst>
            <pc:docMk/>
            <pc:sldMk cId="2347867905" sldId="332"/>
            <ac:spMk id="14" creationId="{EAF3B4EE-DD88-F0B0-F9A2-27DE0A03552B}"/>
          </ac:spMkLst>
        </pc:spChg>
        <pc:spChg chg="mod">
          <ac:chgData name="Jacob Manniche" userId="1ca2ec3f-18cf-4f16-911a-5a58a6928b10" providerId="ADAL" clId="{CA4C69E0-150A-42E0-ADEA-BC66185350E5}" dt="2026-04-21T10:41:00.003" v="4281" actId="20577"/>
          <ac:spMkLst>
            <pc:docMk/>
            <pc:sldMk cId="2347867905" sldId="332"/>
            <ac:spMk id="15" creationId="{E4EF1E8C-39CA-1619-D461-59BAA8555125}"/>
          </ac:spMkLst>
        </pc:spChg>
      </pc:sldChg>
      <pc:sldChg chg="addSp delSp modSp add mod">
        <pc:chgData name="Jacob Manniche" userId="1ca2ec3f-18cf-4f16-911a-5a58a6928b10" providerId="ADAL" clId="{CA4C69E0-150A-42E0-ADEA-BC66185350E5}" dt="2026-04-20T08:41:23.687" v="3975" actId="20577"/>
        <pc:sldMkLst>
          <pc:docMk/>
          <pc:sldMk cId="1315710984" sldId="333"/>
        </pc:sldMkLst>
        <pc:spChg chg="mod">
          <ac:chgData name="Jacob Manniche" userId="1ca2ec3f-18cf-4f16-911a-5a58a6928b10" providerId="ADAL" clId="{CA4C69E0-150A-42E0-ADEA-BC66185350E5}" dt="2026-04-20T07:35:28.388" v="2537" actId="20577"/>
          <ac:spMkLst>
            <pc:docMk/>
            <pc:sldMk cId="1315710984" sldId="333"/>
            <ac:spMk id="2" creationId="{87D03BBE-B39B-2357-8B3A-EF67274DCDFB}"/>
          </ac:spMkLst>
        </pc:spChg>
        <pc:spChg chg="del">
          <ac:chgData name="Jacob Manniche" userId="1ca2ec3f-18cf-4f16-911a-5a58a6928b10" providerId="ADAL" clId="{CA4C69E0-150A-42E0-ADEA-BC66185350E5}" dt="2026-04-20T07:35:34.392" v="2543" actId="478"/>
          <ac:spMkLst>
            <pc:docMk/>
            <pc:sldMk cId="1315710984" sldId="333"/>
            <ac:spMk id="4" creationId="{C30ACD0A-5B1C-193F-55A0-03052C824E67}"/>
          </ac:spMkLst>
        </pc:spChg>
        <pc:spChg chg="del mod">
          <ac:chgData name="Jacob Manniche" userId="1ca2ec3f-18cf-4f16-911a-5a58a6928b10" providerId="ADAL" clId="{CA4C69E0-150A-42E0-ADEA-BC66185350E5}" dt="2026-04-20T07:35:33.219" v="2542" actId="478"/>
          <ac:spMkLst>
            <pc:docMk/>
            <pc:sldMk cId="1315710984" sldId="333"/>
            <ac:spMk id="7" creationId="{068F3E92-F852-7E13-9FF9-C3C2F58F9396}"/>
          </ac:spMkLst>
        </pc:spChg>
        <pc:spChg chg="add del mod">
          <ac:chgData name="Jacob Manniche" userId="1ca2ec3f-18cf-4f16-911a-5a58a6928b10" providerId="ADAL" clId="{CA4C69E0-150A-42E0-ADEA-BC66185350E5}" dt="2026-04-20T07:48:14.522" v="3337"/>
          <ac:spMkLst>
            <pc:docMk/>
            <pc:sldMk cId="1315710984" sldId="333"/>
            <ac:spMk id="14" creationId="{97949188-69C9-10BD-903B-6D1E7B7DEE47}"/>
          </ac:spMkLst>
        </pc:spChg>
        <pc:spChg chg="add del mod">
          <ac:chgData name="Jacob Manniche" userId="1ca2ec3f-18cf-4f16-911a-5a58a6928b10" providerId="ADAL" clId="{CA4C69E0-150A-42E0-ADEA-BC66185350E5}" dt="2026-04-20T08:40:00.908" v="3906"/>
          <ac:spMkLst>
            <pc:docMk/>
            <pc:sldMk cId="1315710984" sldId="333"/>
            <ac:spMk id="17" creationId="{476ED7CD-9060-CE4D-8545-137663920D03}"/>
          </ac:spMkLst>
        </pc:spChg>
        <pc:spChg chg="add mod">
          <ac:chgData name="Jacob Manniche" userId="1ca2ec3f-18cf-4f16-911a-5a58a6928b10" providerId="ADAL" clId="{CA4C69E0-150A-42E0-ADEA-BC66185350E5}" dt="2026-04-20T08:41:04.163" v="3965" actId="1076"/>
          <ac:spMkLst>
            <pc:docMk/>
            <pc:sldMk cId="1315710984" sldId="333"/>
            <ac:spMk id="22" creationId="{A42CF352-5C9C-E01F-B3C6-88F6244F1559}"/>
          </ac:spMkLst>
        </pc:spChg>
        <pc:spChg chg="add mod">
          <ac:chgData name="Jacob Manniche" userId="1ca2ec3f-18cf-4f16-911a-5a58a6928b10" providerId="ADAL" clId="{CA4C69E0-150A-42E0-ADEA-BC66185350E5}" dt="2026-04-20T08:41:23.687" v="3975" actId="20577"/>
          <ac:spMkLst>
            <pc:docMk/>
            <pc:sldMk cId="1315710984" sldId="333"/>
            <ac:spMk id="23" creationId="{D3FF5FDD-8064-7769-FD22-7DDCFFA353B5}"/>
          </ac:spMkLst>
        </pc:spChg>
        <pc:picChg chg="del mod">
          <ac:chgData name="Jacob Manniche" userId="1ca2ec3f-18cf-4f16-911a-5a58a6928b10" providerId="ADAL" clId="{CA4C69E0-150A-42E0-ADEA-BC66185350E5}" dt="2026-04-20T07:35:30.407" v="2539" actId="478"/>
          <ac:picMkLst>
            <pc:docMk/>
            <pc:sldMk cId="1315710984" sldId="333"/>
            <ac:picMk id="6" creationId="{FC7B5358-3449-6079-1011-72C4DAF21DE2}"/>
          </ac:picMkLst>
        </pc:picChg>
        <pc:picChg chg="add del mod">
          <ac:chgData name="Jacob Manniche" userId="1ca2ec3f-18cf-4f16-911a-5a58a6928b10" providerId="ADAL" clId="{CA4C69E0-150A-42E0-ADEA-BC66185350E5}" dt="2026-04-20T07:47:53.642" v="3329" actId="478"/>
          <ac:picMkLst>
            <pc:docMk/>
            <pc:sldMk cId="1315710984" sldId="333"/>
            <ac:picMk id="10" creationId="{419431D4-5298-FB0B-23DA-281E5A8021E3}"/>
          </ac:picMkLst>
        </pc:picChg>
        <pc:picChg chg="del">
          <ac:chgData name="Jacob Manniche" userId="1ca2ec3f-18cf-4f16-911a-5a58a6928b10" providerId="ADAL" clId="{CA4C69E0-150A-42E0-ADEA-BC66185350E5}" dt="2026-04-20T07:35:30.757" v="2540" actId="478"/>
          <ac:picMkLst>
            <pc:docMk/>
            <pc:sldMk cId="1315710984" sldId="333"/>
            <ac:picMk id="13" creationId="{6CE3C79F-9036-2E5A-9DD4-0ABD63F103A3}"/>
          </ac:picMkLst>
        </pc:picChg>
        <pc:picChg chg="add del mod">
          <ac:chgData name="Jacob Manniche" userId="1ca2ec3f-18cf-4f16-911a-5a58a6928b10" providerId="ADAL" clId="{CA4C69E0-150A-42E0-ADEA-BC66185350E5}" dt="2026-04-20T08:37:37.696" v="3894" actId="478"/>
          <ac:picMkLst>
            <pc:docMk/>
            <pc:sldMk cId="1315710984" sldId="333"/>
            <ac:picMk id="16" creationId="{9DF64167-6AD0-0FFE-9352-65D6FC012105}"/>
          </ac:picMkLst>
        </pc:picChg>
        <pc:picChg chg="add mod">
          <ac:chgData name="Jacob Manniche" userId="1ca2ec3f-18cf-4f16-911a-5a58a6928b10" providerId="ADAL" clId="{CA4C69E0-150A-42E0-ADEA-BC66185350E5}" dt="2026-04-20T08:40:15.574" v="3913" actId="14100"/>
          <ac:picMkLst>
            <pc:docMk/>
            <pc:sldMk cId="1315710984" sldId="333"/>
            <ac:picMk id="19" creationId="{6AD7F18B-36A3-0680-E69C-F0537F5FD66F}"/>
          </ac:picMkLst>
        </pc:picChg>
        <pc:picChg chg="add mod">
          <ac:chgData name="Jacob Manniche" userId="1ca2ec3f-18cf-4f16-911a-5a58a6928b10" providerId="ADAL" clId="{CA4C69E0-150A-42E0-ADEA-BC66185350E5}" dt="2026-04-20T08:40:18.986" v="3915" actId="1076"/>
          <ac:picMkLst>
            <pc:docMk/>
            <pc:sldMk cId="1315710984" sldId="333"/>
            <ac:picMk id="21" creationId="{22310EB4-E7F9-3DBC-0C8B-DCF9002CB7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21-04-2026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E102-1A30-31FA-CE9B-FA01C8D1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DD33A0-4AA8-189C-1DDE-0891414B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CF9C4-41ED-982A-26AE-83D32C18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74FBDF-8EAC-F21A-6EC0-C727D376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26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517A-7139-1072-ECDB-F43F459F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FE06949-A394-E60B-F173-FCB91656C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F347A11-0F70-F019-EB32-BAC032E99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BCF2A80-3C46-1DE6-8667-0C4C5C05D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7212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081D-36D6-EA0A-A1DA-159D94AE4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4581195-87B4-2E56-9F79-949B0604C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0E123507-EF78-0D91-9DA1-82CA3EF27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7FC7F7E-00D2-ED32-D4E0-2780ACF1E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6110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8C84-2E57-4B3F-091D-2A86F5CD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557026-C398-8855-535D-84316B76E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DC97766-2F6B-62A0-5D53-4752DE3E3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CC87B2B-1FA9-BEDC-8DE4-D30E8FB32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0646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CDC64-4E12-AACF-5C8F-6723FD4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1410EE0-F13D-9CBF-3088-5F073F3A2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FAF0F23E-943F-23F1-8588-056A387B8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3B76473-C1B1-1258-07C5-7DEDA84F9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7321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20FD-F725-AC03-77C4-E189E6E8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1F1C2E0-3BA7-1B23-4275-2D410A438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8656DAB-1BF3-802C-7F48-4A589AB4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AFBDFA5-F580-DFC2-7BD9-1ACDF3D26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9146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926D-D07D-512D-B792-BA178A64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CC38E9F-C223-73CC-04B8-17DB41CF4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E26A593-DF00-D20B-6931-DB0C7D38E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E96646-269A-29CF-E3CE-C83645C00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1264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9666-EAC3-3883-C17D-3596CF41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7EA62EA-A965-BEAA-1702-C933F2146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FDB8ECD-F873-88D8-948C-1FCA90127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AB4AB00-BED1-DC0F-79F0-B5DE3728C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6457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445A-C2F0-6903-2D8D-DF4228CB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5C83059-6B6C-1F9A-2356-8D3AF5C6A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483AB7B-DB2D-53CA-5B18-6636C88E2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52B9A91-9908-EA4F-BADE-F23A15F23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2611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90AA-6E6A-8056-3AFD-B141843B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5C5AF39-7127-234D-3BB7-7F6857A46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81F3753-073F-42F2-B551-E12F06BAC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Questions:</a:t>
            </a:r>
          </a:p>
          <a:p>
            <a:r>
              <a:rPr lang="en-US"/>
              <a:t>How can we aim for a finer resolution, </a:t>
            </a:r>
            <a:r>
              <a:rPr lang="en-US" err="1"/>
              <a:t>e.g</a:t>
            </a:r>
            <a:r>
              <a:rPr lang="en-US"/>
              <a:t> 1 m per cell in the CFD mesh?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To handle the increased computational load of the 1m resolution mesh, can we increase </a:t>
            </a:r>
            <a:r>
              <a:rPr lang="en-US" err="1"/>
              <a:t>max_nodes</a:t>
            </a:r>
            <a:r>
              <a:rPr lang="en-US"/>
              <a:t>? This would allow us to distribute the simulation across 48 total cores (24 cores per node). </a:t>
            </a:r>
            <a:endParaRPr lang="en-US" i="1">
              <a:solidFill>
                <a:srgbClr val="FF0000"/>
              </a:solidFill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i="1">
                <a:solidFill>
                  <a:srgbClr val="FF0000"/>
                </a:solidFill>
              </a:rPr>
              <a:t>If uniform 1m resolution is computationally too heavy, can we instead perform a 4 m x 4 m x 1 m resolution, to capture the anisotropic wind conditions, and to capture the high wind shear in the vertical direction?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D54A3B3-23F3-50D8-040C-E96B2568D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4117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72CD-5A51-96B9-5D1A-7F7619775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07545A7-E08D-983E-7F57-DD8681291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5730BA-D2F7-3296-7573-CB5C0E175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EE44DBE-8BE8-42E9-9418-7168B70F3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6325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F4D0E-87C3-54C7-8503-AB05EF65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C142C4C-617A-6CC2-9E63-DC4EF0525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E5C42F5-F2DE-C12B-13E3-DF6F20E1A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1F8E54D-DD18-2B43-EA0E-468DB415E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8212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2BDA8-6AF5-76F7-C433-124BA9921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DB3DBBE-E225-1244-105C-93D4B3F6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E49A94A-C53F-1790-BBFD-8F5550BAF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86B4B43-F1EA-2AFF-D911-D92FD0E86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94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21-04-2026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21-04-2026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21-04-2026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21-04-2026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21-04-2026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 noProof="0">
                <a:solidFill>
                  <a:srgbClr val="94A9DC"/>
                </a:solidFill>
              </a:rPr>
              <a:t>Meeting 5, date: 21-04-2026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/>
        </p:nvSpPr>
        <p:spPr>
          <a:xfrm>
            <a:off x="241173" y="2511598"/>
            <a:ext cx="6080969" cy="2247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4800" b="1" noProof="0"/>
            </a:br>
            <a:r>
              <a:rPr lang="en-US" sz="4400" b="1">
                <a:solidFill>
                  <a:schemeClr val="bg1"/>
                </a:solidFill>
              </a:rPr>
              <a:t>Numerical Modelling of the Influence of Atmos-</a:t>
            </a:r>
            <a:r>
              <a:rPr lang="en-US" sz="4400" b="1" err="1">
                <a:solidFill>
                  <a:schemeClr val="bg1"/>
                </a:solidFill>
              </a:rPr>
              <a:t>pheric</a:t>
            </a:r>
            <a:r>
              <a:rPr lang="en-US" sz="4400" b="1">
                <a:solidFill>
                  <a:schemeClr val="bg1"/>
                </a:solidFill>
              </a:rPr>
              <a:t> Conditions on Golf Ball Trajectories</a:t>
            </a:r>
            <a:endParaRPr lang="en-US" sz="4000" b="1" noProof="0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0758-598C-5AC1-673D-F57FD6454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CAE4132-6655-5B01-9D35-30A69C05BC9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A87E6A-CD75-E223-C9E4-002439CD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0D29A8C-6F8A-D0AF-AD51-DCE2827D0CFC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DB4C0E0-0536-5F9A-9F0D-2556030FF43B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C72E96-7423-6039-71F0-79549549C9C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52388660-7E99-9FBA-470F-0679956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BCC40E36-8080-0116-A3F2-71A7C80FC1D6}"/>
                  </a:ext>
                </a:extLst>
              </p:cNvPr>
              <p:cNvSpPr txBox="1"/>
              <p:nvPr/>
            </p:nvSpPr>
            <p:spPr>
              <a:xfrm>
                <a:off x="213360" y="1062638"/>
                <a:ext cx="6331278" cy="513397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Updated uniform and logarithmic wind calculation</a:t>
                </a:r>
              </a:p>
              <a:p>
                <a:r>
                  <a:rPr lang="en-US" sz="2000" noProof="0"/>
                  <a:t>Reference wind speed: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000" noProof="0"/>
                  <a:t> at 10 meters above ground.</a:t>
                </a:r>
                <a:endParaRPr lang="en-US" sz="2000" b="1" noProof="0"/>
              </a:p>
              <a:p>
                <a:endParaRPr lang="en-US" sz="2000" b="1" noProof="0"/>
              </a:p>
              <a:p>
                <a:r>
                  <a:rPr lang="en-US" sz="2000" b="1" noProof="0"/>
                  <a:t>Uniform wind</a:t>
                </a:r>
              </a:p>
              <a:p>
                <a:r>
                  <a:rPr lang="en-US" sz="2000" noProof="0"/>
                  <a:t>Uniform wind is simply the magnitude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000" noProof="0"/>
                  <a:t>,</a:t>
                </a:r>
              </a:p>
              <a:p>
                <a:r>
                  <a:rPr lang="en-US" sz="2000" noProof="0"/>
                  <a:t>pointed in the wind direction.</a:t>
                </a:r>
                <a:endParaRPr lang="en-US" sz="2000" b="1" noProof="0"/>
              </a:p>
              <a:p>
                <a:endParaRPr lang="en-US" sz="2000" b="1" noProof="0"/>
              </a:p>
              <a:p>
                <a:r>
                  <a:rPr lang="en-US" sz="2000" b="1" noProof="0"/>
                  <a:t>Logarithmic wind</a:t>
                </a:r>
                <a:endParaRPr lang="en-US" sz="2000" noProof="0"/>
              </a:p>
              <a:p>
                <a:r>
                  <a:rPr lang="en-US" sz="2000" noProof="0"/>
                  <a:t>We first solve the equation for friction </a:t>
                </a:r>
              </a:p>
              <a:p>
                <a:r>
                  <a:rPr lang="en-US" sz="2000" noProof="0"/>
                  <a:t>velocity at 10 meters height (reference height):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num>
                        <m:den>
                          <m:r>
                            <a:rPr lang="en-US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func>
                        <m:func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noProof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noProof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000" i="1" noProof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US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noProof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2000" i="1" noProof="0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2000" noProof="0"/>
              </a:p>
              <a:p>
                <a:r>
                  <a:rPr lang="en-US" sz="2000" noProof="0"/>
                  <a:t>Which is then used in the General profile: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  <m:func>
                        <m:func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noProof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000" b="1" noProof="0"/>
              </a:p>
            </p:txBody>
          </p:sp>
        </mc:Choice>
        <mc:Fallback xmlns="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BCC40E36-8080-0116-A3F2-71A7C80FC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2638"/>
                <a:ext cx="6331278" cy="5133970"/>
              </a:xfrm>
              <a:prstGeom prst="rect">
                <a:avLst/>
              </a:prstGeom>
              <a:blipFill>
                <a:blip r:embed="rId3"/>
                <a:stretch>
                  <a:fillRect l="-962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Billede 15">
            <a:extLst>
              <a:ext uri="{FF2B5EF4-FFF2-40B4-BE49-F238E27FC236}">
                <a16:creationId xmlns:a16="http://schemas.microsoft.com/office/drawing/2014/main" id="{ED3222CD-69B5-A573-D245-3977EE9E0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97526"/>
            <a:ext cx="5577840" cy="46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048F2-B76A-F5BF-D6AB-FEC78946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6F57242-D2B2-02CF-6AE4-77B4E18CC34C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0045D3-3AE7-2927-886E-05300678F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Trajectories with log and uniform wind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BA1A411-525F-1D77-9670-43E1AC214CAF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5FA6568-71D9-F0D3-096E-40CFE214B749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4C083E8E-AE75-027E-D856-5D4BBC8B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5703D5D7-B36C-6527-1183-4C39D66E4376}"/>
                  </a:ext>
                </a:extLst>
              </p:cNvPr>
              <p:cNvSpPr txBox="1"/>
              <p:nvPr/>
            </p:nvSpPr>
            <p:spPr>
              <a:xfrm>
                <a:off x="213360" y="1062638"/>
                <a:ext cx="6331278" cy="442582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Leading to 6 variables that can impact the trajectory</a:t>
                </a:r>
              </a:p>
              <a:p>
                <a:endParaRPr lang="en-US" sz="2000" b="1" noProof="0"/>
              </a:p>
              <a:p>
                <a:r>
                  <a:rPr lang="en-US" sz="2000" b="1" noProof="0"/>
                  <a:t>Golf </a:t>
                </a:r>
                <a:r>
                  <a:rPr lang="en-US" sz="2000" b="1"/>
                  <a:t>shot</a:t>
                </a:r>
                <a:r>
                  <a:rPr lang="en-US" sz="2000" b="1" noProof="0"/>
                  <a:t> specific:</a:t>
                </a:r>
              </a:p>
              <a:p>
                <a:r>
                  <a:rPr lang="en-US" sz="2000" noProof="0"/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noProof="0"/>
              </a:p>
              <a:p>
                <a:r>
                  <a:rPr lang="en-US" sz="2000" noProof="0"/>
                  <a:t>Initial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noProof="0"/>
              </a:p>
              <a:p>
                <a:r>
                  <a:rPr lang="en-US" sz="2000" noProof="0"/>
                  <a:t>Initial spin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noProof="0"/>
              </a:p>
              <a:p>
                <a:endParaRPr lang="en-US" sz="2000" b="1" noProof="0"/>
              </a:p>
              <a:p>
                <a:r>
                  <a:rPr lang="en-US" sz="2000" b="1" noProof="0"/>
                  <a:t>Wind specific:</a:t>
                </a:r>
              </a:p>
              <a:p>
                <a:r>
                  <a:rPr lang="en-US" sz="2000" noProof="0"/>
                  <a:t>Reference wind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000" noProof="0"/>
                  <a:t> </a:t>
                </a:r>
              </a:p>
              <a:p>
                <a:r>
                  <a:rPr lang="en-US" sz="2000" noProof="0"/>
                  <a:t>Wind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2000" noProof="0"/>
              </a:p>
              <a:p>
                <a:r>
                  <a:rPr lang="en-US" sz="2000" noProof="0"/>
                  <a:t>Surface roughness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noProof="0"/>
              </a:p>
              <a:p>
                <a:endParaRPr lang="en-US" sz="2000" noProof="0"/>
              </a:p>
              <a:p>
                <a:endParaRPr lang="en-US" sz="2000" noProof="0"/>
              </a:p>
              <a:p>
                <a:endParaRPr lang="en-US" sz="2000" noProof="0"/>
              </a:p>
            </p:txBody>
          </p:sp>
        </mc:Choice>
        <mc:Fallback xmlns="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5703D5D7-B36C-6527-1183-4C39D66E4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2638"/>
                <a:ext cx="6331278" cy="4425827"/>
              </a:xfrm>
              <a:prstGeom prst="rect">
                <a:avLst/>
              </a:prstGeom>
              <a:blipFill>
                <a:blip r:embed="rId3"/>
                <a:stretch>
                  <a:fillRect l="-962" t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5">
                <a:extLst>
                  <a:ext uri="{FF2B5EF4-FFF2-40B4-BE49-F238E27FC236}">
                    <a16:creationId xmlns:a16="http://schemas.microsoft.com/office/drawing/2014/main" id="{C389F6E2-C603-B2EF-93F3-9519482C778E}"/>
                  </a:ext>
                </a:extLst>
              </p:cNvPr>
              <p:cNvSpPr txBox="1"/>
              <p:nvPr/>
            </p:nvSpPr>
            <p:spPr>
              <a:xfrm>
                <a:off x="7000240" y="1088910"/>
                <a:ext cx="4978400" cy="37856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Simulation fidelity</a:t>
                </a:r>
              </a:p>
              <a:p>
                <a:r>
                  <a:rPr lang="en-US" sz="2000" noProof="0"/>
                  <a:t>Simulation timestep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noProof="0"/>
              </a:p>
              <a:p>
                <a:endParaRPr lang="en-US" sz="2000" b="1" noProof="0"/>
              </a:p>
              <a:p>
                <a:r>
                  <a:rPr lang="en-US" sz="2000" b="1" noProof="0"/>
                  <a:t>Wind- and play field definitions</a:t>
                </a: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Length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=500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b="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Width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Height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0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(0,0,0)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Shot azimuth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noProof="0">
                    <a:ea typeface="Cambria Math" panose="02040503050406030204" pitchFamily="18" charset="0"/>
                  </a:rPr>
                  <a:t> </a:t>
                </a:r>
                <a:r>
                  <a:rPr lang="en-US" sz="2000" i="1" noProof="0">
                    <a:ea typeface="Cambria Math" panose="02040503050406030204" pitchFamily="18" charset="0"/>
                  </a:rPr>
                  <a:t>(shooting directly in the positive x direction)</a:t>
                </a: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5">
                <a:extLst>
                  <a:ext uri="{FF2B5EF4-FFF2-40B4-BE49-F238E27FC236}">
                    <a16:creationId xmlns:a16="http://schemas.microsoft.com/office/drawing/2014/main" id="{C389F6E2-C603-B2EF-93F3-9519482C7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240" y="1088910"/>
                <a:ext cx="4978400" cy="3785652"/>
              </a:xfrm>
              <a:prstGeom prst="rect">
                <a:avLst/>
              </a:prstGeom>
              <a:blipFill>
                <a:blip r:embed="rId4"/>
                <a:stretch>
                  <a:fillRect l="-1224" t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>
            <a:extLst>
              <a:ext uri="{FF2B5EF4-FFF2-40B4-BE49-F238E27FC236}">
                <a16:creationId xmlns:a16="http://schemas.microsoft.com/office/drawing/2014/main" id="{99DF4407-9BC4-63C7-FDD6-3860B35D1F0A}"/>
              </a:ext>
            </a:extLst>
          </p:cNvPr>
          <p:cNvSpPr/>
          <p:nvPr/>
        </p:nvSpPr>
        <p:spPr>
          <a:xfrm>
            <a:off x="6619097" y="1187422"/>
            <a:ext cx="45719" cy="3395527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1CF8D798-7379-4F22-C431-5BE82B96E55F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71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372E9-14B0-37B2-8662-D7DAF43D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0B5EF36-7F3D-7A78-936C-9C3B601C7B35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670CE8-5F36-3891-AAE1-6FD04699D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The “standard” shot and shot conditions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5BBE85ED-189B-BE53-817F-2843B8B10DDA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9F21B73-5AF9-229D-F27D-425BE86CF2C5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AADC35A-35F7-0DF3-8F7D-E192A0869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11EAA540-F8AD-2CF0-DE5E-A728660A660E}"/>
                  </a:ext>
                </a:extLst>
              </p:cNvPr>
              <p:cNvSpPr txBox="1"/>
              <p:nvPr/>
            </p:nvSpPr>
            <p:spPr>
              <a:xfrm>
                <a:off x="213360" y="1062638"/>
                <a:ext cx="11765280" cy="504138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Leading to 6 variables that can impact the trajectory</a:t>
                </a:r>
              </a:p>
              <a:p>
                <a:endParaRPr lang="en-US" sz="2000" b="1" noProof="0"/>
              </a:p>
              <a:p>
                <a:r>
                  <a:rPr lang="en-US" sz="2000" b="1" noProof="0"/>
                  <a:t>Golf </a:t>
                </a:r>
                <a:r>
                  <a:rPr lang="en-US" sz="2000" b="1"/>
                  <a:t>shot</a:t>
                </a:r>
                <a:r>
                  <a:rPr lang="en-US" sz="2000" b="1" noProof="0"/>
                  <a:t> specific:</a:t>
                </a:r>
              </a:p>
              <a:p>
                <a:r>
                  <a:rPr lang="en-US" sz="2000" noProof="0"/>
                  <a:t>Initial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=76.4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i="1" noProof="0"/>
              </a:p>
              <a:p>
                <a:r>
                  <a:rPr lang="en-US" sz="2000" noProof="0"/>
                  <a:t>Initial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=10.4°</m:t>
                    </m:r>
                  </m:oMath>
                </a14:m>
                <a:r>
                  <a:rPr lang="en-US" sz="2000" noProof="0"/>
                  <a:t> </a:t>
                </a:r>
              </a:p>
              <a:p>
                <a:r>
                  <a:rPr lang="en-US" sz="2000" noProof="0"/>
                  <a:t>Initial spin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=−2545</m:t>
                    </m:r>
                  </m:oMath>
                </a14:m>
                <a:r>
                  <a:rPr lang="en-US" sz="2000" noProof="0">
                    <a:solidFill>
                      <a:srgbClr val="FFC000"/>
                    </a:solidFill>
                  </a:rPr>
                  <a:t>*</a:t>
                </a:r>
              </a:p>
              <a:p>
                <a:endParaRPr lang="en-US" sz="2000" b="1" noProof="0"/>
              </a:p>
              <a:p>
                <a:r>
                  <a:rPr lang="en-US" sz="2000" b="1" noProof="0"/>
                  <a:t>Wind specific:</a:t>
                </a:r>
              </a:p>
              <a:p>
                <a:r>
                  <a:rPr lang="en-US" sz="2000" noProof="0"/>
                  <a:t>Reference wind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noProof="0">
                    <a:solidFill>
                      <a:srgbClr val="FFC000"/>
                    </a:solidFill>
                  </a:rPr>
                  <a:t> **</a:t>
                </a:r>
                <a:r>
                  <a:rPr lang="en-US" sz="2000" noProof="0"/>
                  <a:t> </a:t>
                </a:r>
              </a:p>
              <a:p>
                <a:r>
                  <a:rPr lang="en-US" sz="2000" noProof="0"/>
                  <a:t>Wind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noProof="0"/>
                  <a:t> (tailwind)</a:t>
                </a:r>
              </a:p>
              <a:p>
                <a:r>
                  <a:rPr lang="en-US" sz="2000" noProof="0"/>
                  <a:t>Surface roughness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=0.003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m:rPr>
                        <m:nor/>
                      </m:rPr>
                      <a:rPr lang="en-US" sz="2000" noProof="0">
                        <a:solidFill>
                          <a:srgbClr val="FFC000"/>
                        </a:solidFill>
                      </a:rPr>
                      <m:t>∗</m:t>
                    </m:r>
                    <m:r>
                      <m:rPr>
                        <m:nor/>
                      </m:rPr>
                      <a:rPr lang="en-US" sz="2000" b="0" i="0" noProof="0" smtClean="0">
                        <a:solidFill>
                          <a:srgbClr val="FFC000"/>
                        </a:solidFill>
                      </a:rPr>
                      <m:t>∗</m:t>
                    </m:r>
                    <m:r>
                      <m:rPr>
                        <m:nor/>
                      </m:rPr>
                      <a:rPr lang="en-US" sz="2000" noProof="0">
                        <a:solidFill>
                          <a:srgbClr val="FFC000"/>
                        </a:solidFill>
                      </a:rPr>
                      <m:t>∗</m:t>
                    </m:r>
                  </m:oMath>
                </a14:m>
                <a:endParaRPr lang="en-US" sz="2000" noProof="0"/>
              </a:p>
              <a:p>
                <a:endParaRPr lang="en-US" sz="2000" noProof="0"/>
              </a:p>
              <a:p>
                <a:endParaRPr lang="en-US" sz="2000" noProof="0"/>
              </a:p>
              <a:p>
                <a:r>
                  <a:rPr lang="en-US" sz="2000" i="1" noProof="0">
                    <a:solidFill>
                      <a:srgbClr val="FFC000"/>
                    </a:solidFill>
                  </a:rPr>
                  <a:t>* </a:t>
                </a:r>
                <a:r>
                  <a:rPr lang="en-US" sz="2000" noProof="0">
                    <a:solidFill>
                      <a:srgbClr val="FFC000"/>
                    </a:solidFill>
                  </a:rPr>
                  <a:t>Initial spin is pure backspin</a:t>
                </a:r>
              </a:p>
              <a:p>
                <a:r>
                  <a:rPr lang="en-US" sz="2000" noProof="0">
                    <a:solidFill>
                      <a:srgbClr val="FFC000"/>
                    </a:solidFill>
                  </a:rPr>
                  <a:t>** Danish average, Global Wind Atlas</a:t>
                </a:r>
                <a:endParaRPr lang="en-US" sz="2000" i="1" noProof="0">
                  <a:solidFill>
                    <a:srgbClr val="FFC000"/>
                  </a:solidFill>
                </a:endParaRPr>
              </a:p>
              <a:p>
                <a:r>
                  <a:rPr lang="en-US" sz="2000" noProof="0">
                    <a:solidFill>
                      <a:srgbClr val="FFC000"/>
                    </a:solidFill>
                  </a:rPr>
                  <a:t>*** Roughness describes “mown grass”, </a:t>
                </a:r>
                <a:r>
                  <a:rPr lang="en-US" sz="2000" i="1" noProof="0">
                    <a:solidFill>
                      <a:srgbClr val="FFC000"/>
                    </a:solidFill>
                  </a:rPr>
                  <a:t>European Wind Atlas (Troen &amp;Petersen 1989) </a:t>
                </a:r>
              </a:p>
            </p:txBody>
          </p:sp>
        </mc:Choice>
        <mc:Fallback xmlns="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11EAA540-F8AD-2CF0-DE5E-A728660A6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2638"/>
                <a:ext cx="11765280" cy="5041380"/>
              </a:xfrm>
              <a:prstGeom prst="rect">
                <a:avLst/>
              </a:prstGeom>
              <a:blipFill>
                <a:blip r:embed="rId3"/>
                <a:stretch>
                  <a:fillRect l="-518" t="-605" b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ktangel 19">
            <a:extLst>
              <a:ext uri="{FF2B5EF4-FFF2-40B4-BE49-F238E27FC236}">
                <a16:creationId xmlns:a16="http://schemas.microsoft.com/office/drawing/2014/main" id="{8041551E-28E6-7ADF-3AEE-B0597DBD2E86}"/>
              </a:ext>
            </a:extLst>
          </p:cNvPr>
          <p:cNvSpPr/>
          <p:nvPr/>
        </p:nvSpPr>
        <p:spPr>
          <a:xfrm>
            <a:off x="6619097" y="1187422"/>
            <a:ext cx="45719" cy="3395527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5">
                <a:extLst>
                  <a:ext uri="{FF2B5EF4-FFF2-40B4-BE49-F238E27FC236}">
                    <a16:creationId xmlns:a16="http://schemas.microsoft.com/office/drawing/2014/main" id="{E9428DFC-4CC3-6330-72C5-6DADCE130038}"/>
                  </a:ext>
                </a:extLst>
              </p:cNvPr>
              <p:cNvSpPr txBox="1"/>
              <p:nvPr/>
            </p:nvSpPr>
            <p:spPr>
              <a:xfrm>
                <a:off x="7000240" y="1088910"/>
                <a:ext cx="4978400" cy="37856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Simulation fidelity</a:t>
                </a:r>
              </a:p>
              <a:p>
                <a:r>
                  <a:rPr lang="en-US" sz="2000" noProof="0"/>
                  <a:t>Simulation timestep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noProof="0"/>
              </a:p>
              <a:p>
                <a:endParaRPr lang="en-US" sz="2000" b="1" noProof="0"/>
              </a:p>
              <a:p>
                <a:r>
                  <a:rPr lang="en-US" sz="2000" b="1" noProof="0"/>
                  <a:t>Wind- and play field definitions</a:t>
                </a: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Length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=500 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b="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Width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Height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 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sz="2000" b="0" i="0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(0,0,0)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Shot azimuth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noProof="0">
                    <a:ea typeface="Cambria Math" panose="02040503050406030204" pitchFamily="18" charset="0"/>
                  </a:rPr>
                  <a:t> </a:t>
                </a:r>
                <a:r>
                  <a:rPr lang="en-US" sz="2000" i="1" noProof="0">
                    <a:ea typeface="Cambria Math" panose="02040503050406030204" pitchFamily="18" charset="0"/>
                  </a:rPr>
                  <a:t>(shooting directly in the positive x direction)</a:t>
                </a: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5">
                <a:extLst>
                  <a:ext uri="{FF2B5EF4-FFF2-40B4-BE49-F238E27FC236}">
                    <a16:creationId xmlns:a16="http://schemas.microsoft.com/office/drawing/2014/main" id="{E9428DFC-4CC3-6330-72C5-6DADCE130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240" y="1088910"/>
                <a:ext cx="4978400" cy="3785652"/>
              </a:xfrm>
              <a:prstGeom prst="rect">
                <a:avLst/>
              </a:prstGeom>
              <a:blipFill>
                <a:blip r:embed="rId4"/>
                <a:stretch>
                  <a:fillRect l="-1224" t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kstfelt 2">
            <a:extLst>
              <a:ext uri="{FF2B5EF4-FFF2-40B4-BE49-F238E27FC236}">
                <a16:creationId xmlns:a16="http://schemas.microsoft.com/office/drawing/2014/main" id="{17420FBC-81C1-A1C8-16A8-41B2BC5FC524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7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88F4E-50A0-CD6C-EAB3-52DF2482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86B9D53-BF67-91D3-33ED-9F0BC1A32957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39C05E-571D-AB42-52E3-CBE7BBEE5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4A13A5B-3E8B-5771-A110-E1D7CB4B863A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67E203D-2BE1-CF39-C4E5-DFC3D504E21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9F46B679-5268-3385-0FEF-4408229B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AD1EA0D4-46A2-997C-0112-0E9EF9813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1453830"/>
            <a:ext cx="11767717" cy="4841462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B0E7D168-14E8-8A67-A8B1-E25502222A73}"/>
              </a:ext>
            </a:extLst>
          </p:cNvPr>
          <p:cNvSpPr txBox="1"/>
          <p:nvPr/>
        </p:nvSpPr>
        <p:spPr>
          <a:xfrm>
            <a:off x="213360" y="1062638"/>
            <a:ext cx="11765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Varying 1 of 6 variables to see its impact on trajectory and difference between uniform and log wind </a:t>
            </a:r>
            <a:endParaRPr lang="en-US" sz="2000" noProof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CE0408DB-D9FA-9C2D-C6DF-112504B4A256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23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9C23B-567D-A041-62BE-FD474749F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F879FF24-0A86-73B0-2E70-E57C61937E5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E147F97-85E5-6FDD-2B8F-3C2588C51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135FDA8-1A0C-7DD9-190A-2FFD0C23236F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6A864A0-8F7B-6565-8D3A-B26B9237303E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889F26F7-3674-9D69-17C3-D90D31FB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5">
                <a:extLst>
                  <a:ext uri="{FF2B5EF4-FFF2-40B4-BE49-F238E27FC236}">
                    <a16:creationId xmlns:a16="http://schemas.microsoft.com/office/drawing/2014/main" id="{55FBEFBB-2BBD-FE0D-95D3-EF839169ACF3}"/>
                  </a:ext>
                </a:extLst>
              </p:cNvPr>
              <p:cNvSpPr txBox="1"/>
              <p:nvPr/>
            </p:nvSpPr>
            <p:spPr>
              <a:xfrm>
                <a:off x="213360" y="1062638"/>
                <a:ext cx="6331278" cy="49176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noProof="0"/>
                  <a:t>Landing position deviation is calculated as</a:t>
                </a:r>
              </a:p>
              <a:p>
                <a:endParaRPr lang="en-US" sz="2000" b="1" noProof="0"/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Start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End position with uni. wind: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endParaRPr lang="en-US" sz="2000" noProof="0">
                  <a:ea typeface="Cambria Math" panose="02040503050406030204" pitchFamily="18" charset="0"/>
                </a:endParaRPr>
              </a:p>
              <a:p>
                <a:r>
                  <a:rPr lang="en-US" sz="2000" noProof="0">
                    <a:ea typeface="Cambria Math" panose="02040503050406030204" pitchFamily="18" charset="0"/>
                  </a:rPr>
                  <a:t>End position with log. wind: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noProof="0">
                  <a:ea typeface="Cambria Math" panose="02040503050406030204" pitchFamily="18" charset="0"/>
                </a:endParaRPr>
              </a:p>
              <a:p>
                <a:endParaRPr lang="en-US" sz="2000" noProof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distance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between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uniform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end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positions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distance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between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uniform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end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and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start</m:t>
                              </m:r>
                              <m: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b="0" i="0" noProof="0" smtClean="0">
                                  <a:latin typeface="Cambria Math" panose="02040503050406030204" pitchFamily="18" charset="0"/>
                                </a:rPr>
                                <m:t>positions</m:t>
                              </m:r>
                            </m:den>
                          </m:f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600" b="0" i="1" noProof="0">
                  <a:latin typeface="Cambria Math" panose="02040503050406030204" pitchFamily="18" charset="0"/>
                </a:endParaRPr>
              </a:p>
              <a:p>
                <a:endParaRPr lang="en-US" sz="1600" b="0" i="1" noProof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600" b="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600" i="1" noProof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noProof="0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noProof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en-US" sz="2000" noProof="0"/>
              </a:p>
              <a:p>
                <a:endParaRPr lang="en-US" sz="2000" noProof="0"/>
              </a:p>
              <a:p>
                <a:endParaRPr lang="en-US" sz="2000" noProof="0"/>
              </a:p>
              <a:p>
                <a:endParaRPr lang="en-US" sz="2000" noProof="0"/>
              </a:p>
            </p:txBody>
          </p:sp>
        </mc:Choice>
        <mc:Fallback xmlns="">
          <p:sp>
            <p:nvSpPr>
              <p:cNvPr id="3" name="TextBox 5">
                <a:extLst>
                  <a:ext uri="{FF2B5EF4-FFF2-40B4-BE49-F238E27FC236}">
                    <a16:creationId xmlns:a16="http://schemas.microsoft.com/office/drawing/2014/main" id="{55FBEFBB-2BBD-FE0D-95D3-EF839169A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2638"/>
                <a:ext cx="6331278" cy="4917628"/>
              </a:xfrm>
              <a:prstGeom prst="rect">
                <a:avLst/>
              </a:prstGeom>
              <a:blipFill>
                <a:blip r:embed="rId3"/>
                <a:stretch>
                  <a:fillRect l="-962" t="-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Billede 5">
            <a:extLst>
              <a:ext uri="{FF2B5EF4-FFF2-40B4-BE49-F238E27FC236}">
                <a16:creationId xmlns:a16="http://schemas.microsoft.com/office/drawing/2014/main" id="{5469F442-13AF-071C-2E5B-7AEBE7B2BB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730"/>
          <a:stretch>
            <a:fillRect/>
          </a:stretch>
        </p:blipFill>
        <p:spPr>
          <a:xfrm>
            <a:off x="6889173" y="1455432"/>
            <a:ext cx="5091904" cy="4841462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A74E01B4-A9C4-B9AF-DFDA-C3B0F705A790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45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8F678-3762-EFE4-D4DA-DD7A7FCB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BDFDD964-38D4-E249-E80E-2AF76F493AAA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849012-70DB-A0FA-E97B-6BF8954FA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2E62752-417C-BC52-082D-1D360A80FD8D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97D81C9-4A9B-3A57-4EE5-5AA75676F11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E73B03F7-E87C-2CD7-2A65-8D153305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EFCF52A-FF10-D231-4ED6-2239B6FEB441}"/>
              </a:ext>
            </a:extLst>
          </p:cNvPr>
          <p:cNvSpPr txBox="1"/>
          <p:nvPr/>
        </p:nvSpPr>
        <p:spPr>
          <a:xfrm>
            <a:off x="213360" y="1062638"/>
            <a:ext cx="117652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noProof="0"/>
              <a:t>Landing position deviation across the board is largest when varying shot speed, but let’s look closer at the golf shot variable variations</a:t>
            </a:r>
            <a:endParaRPr lang="en-US" sz="2000" noProof="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6D89B8B6-5C22-7D0B-9185-6AEA39EB2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76"/>
          <a:stretch>
            <a:fillRect/>
          </a:stretch>
        </p:blipFill>
        <p:spPr>
          <a:xfrm>
            <a:off x="375431" y="1874329"/>
            <a:ext cx="3856218" cy="3710945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FE270B2D-CC4C-1DC2-28B9-410923A209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176"/>
          <a:stretch>
            <a:fillRect/>
          </a:stretch>
        </p:blipFill>
        <p:spPr>
          <a:xfrm>
            <a:off x="4248928" y="1874329"/>
            <a:ext cx="3856217" cy="3710945"/>
          </a:xfrm>
          <a:prstGeom prst="rect">
            <a:avLst/>
          </a:prstGeom>
        </p:spPr>
      </p:pic>
      <p:pic>
        <p:nvPicPr>
          <p:cNvPr id="19" name="Billede 18">
            <a:extLst>
              <a:ext uri="{FF2B5EF4-FFF2-40B4-BE49-F238E27FC236}">
                <a16:creationId xmlns:a16="http://schemas.microsoft.com/office/drawing/2014/main" id="{20E9AE84-1814-3A12-60C2-B8B9AC6BF9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415"/>
          <a:stretch>
            <a:fillRect/>
          </a:stretch>
        </p:blipFill>
        <p:spPr>
          <a:xfrm>
            <a:off x="8105145" y="1874328"/>
            <a:ext cx="3873495" cy="3710946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7B4568D8-7C9F-611E-6A6F-9423C9653B03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58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8D1E5-7CD4-F518-8C15-CB6DFB85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A42FBC79-666D-8BD4-5827-435AC0BC50EE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279148F-DCC3-D408-F5B8-AE88FA5C3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EB33EF0-F63E-7C33-C0B8-07C6AEEE65C7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84C1DB8F-F2D5-4B95-E574-8055FACB8C9D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14322C70-8EDF-6CED-0D9C-584460D6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9094296-5EDE-A5A7-3012-0E40C1E989F8}"/>
              </a:ext>
            </a:extLst>
          </p:cNvPr>
          <p:cNvSpPr txBox="1"/>
          <p:nvPr/>
        </p:nvSpPr>
        <p:spPr>
          <a:xfrm>
            <a:off x="213360" y="1062638"/>
            <a:ext cx="117652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noProof="0"/>
              <a:t>.. And then we can look at the variations of wind parameters</a:t>
            </a:r>
            <a:endParaRPr lang="en-US" sz="2000" noProof="0"/>
          </a:p>
          <a:p>
            <a:endParaRPr lang="en-US" sz="2000" noProof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F8250E58-13A1-1C92-8738-C84F07C35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175"/>
          <a:stretch>
            <a:fillRect/>
          </a:stretch>
        </p:blipFill>
        <p:spPr>
          <a:xfrm>
            <a:off x="4086856" y="1874327"/>
            <a:ext cx="4018289" cy="3710945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172163C4-7DBC-D7EA-5CCA-149656E9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473"/>
          <a:stretch>
            <a:fillRect/>
          </a:stretch>
        </p:blipFill>
        <p:spPr>
          <a:xfrm>
            <a:off x="213361" y="1874327"/>
            <a:ext cx="3873495" cy="3710944"/>
          </a:xfrm>
          <a:prstGeom prst="rect">
            <a:avLst/>
          </a:prstGeom>
        </p:spPr>
      </p:pic>
      <p:pic>
        <p:nvPicPr>
          <p:cNvPr id="17" name="Billede 16">
            <a:extLst>
              <a:ext uri="{FF2B5EF4-FFF2-40B4-BE49-F238E27FC236}">
                <a16:creationId xmlns:a16="http://schemas.microsoft.com/office/drawing/2014/main" id="{2830773F-8666-D3D3-4F48-0B67FD8E4E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509"/>
          <a:stretch>
            <a:fillRect/>
          </a:stretch>
        </p:blipFill>
        <p:spPr>
          <a:xfrm>
            <a:off x="8105145" y="1874327"/>
            <a:ext cx="3873495" cy="3710945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A1DD4FCC-E299-6D04-CCBE-8DE32FBF1035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43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EC726-3FF6-6F87-C440-0BCBDBAE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CEA59D44-1AAB-7441-D2A2-2609CE0F914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77A1F2-D85F-A287-3B77-EECD377B6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noProof="0">
                <a:solidFill>
                  <a:schemeClr val="bg1"/>
                </a:solidFill>
              </a:rPr>
              <a:t>Logarithmic and Uniform wind comparison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AEB329F-17B0-7472-9A4B-CD8999DCE416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B501321-227B-4A0E-7A32-ED7B46FB6D12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30C08D9-23E4-A45C-FD0C-A8BC43ED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62B8E0D-F2E7-0BC2-B58E-C7DE151F3621}"/>
              </a:ext>
            </a:extLst>
          </p:cNvPr>
          <p:cNvSpPr txBox="1"/>
          <p:nvPr/>
        </p:nvSpPr>
        <p:spPr>
          <a:xfrm>
            <a:off x="213360" y="1062638"/>
            <a:ext cx="11765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noProof="0"/>
              <a:t>If we want to change two variables simultaneously, we can make a heatmap of the error.</a:t>
            </a:r>
            <a:endParaRPr lang="en-US" sz="2000" noProof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FB3B82BB-C4EE-BD71-2FDF-6BB6BF269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6" y="1541795"/>
            <a:ext cx="5400588" cy="3991385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9EF5CC2A-C366-32F3-4191-B1B4EAE9A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586" y="1541794"/>
            <a:ext cx="5400588" cy="3991385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14DB453A-8669-7317-9900-290A5DFF6B67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1CEA2-F2C9-1C66-3948-47AB84E5E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34BC069-1C8B-3E36-F1D6-650B56345B7E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15F9DB-42AD-04B8-EFA8-A137353AA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Comparison of different solvers</a:t>
            </a:r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D133AAE-D7EC-9BD3-EA4C-8F97C786F198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DE90074-F402-49A1-B4B9-1631E29D69F2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F0958E2D-C2E4-1F72-0E20-12313C0C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10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111AC29-CF4D-7B29-73AE-D6D18F172E59}"/>
              </a:ext>
            </a:extLst>
          </p:cNvPr>
          <p:cNvSpPr txBox="1"/>
          <p:nvPr/>
        </p:nvSpPr>
        <p:spPr>
          <a:xfrm>
            <a:off x="213360" y="1062638"/>
            <a:ext cx="11765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Evaluation of 1st-Order Euler vs. Adaptive RK45 compared on computational evaluations</a:t>
            </a:r>
            <a:endParaRPr lang="da-DK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AE7C2304-BE7A-CCA4-CDE1-127AEBAB7397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p:pic>
        <p:nvPicPr>
          <p:cNvPr id="6" name="Billede 5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7B18F076-D49A-E8A4-1756-2D1277A5B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916" y="1467715"/>
            <a:ext cx="7531678" cy="4767696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3E1B22D3-4776-7130-F4FD-A68A45ADF707}"/>
              </a:ext>
            </a:extLst>
          </p:cNvPr>
          <p:cNvSpPr txBox="1"/>
          <p:nvPr/>
        </p:nvSpPr>
        <p:spPr>
          <a:xfrm>
            <a:off x="212795" y="5307838"/>
            <a:ext cx="403933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While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 </a:t>
            </a:r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Euler's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 </a:t>
            </a:r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method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 is simple to </a:t>
            </a:r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implement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 and understand, the RK45 is more </a:t>
            </a:r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precise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, efficient and </a:t>
            </a:r>
            <a:r>
              <a:rPr lang="da-DK" sz="1600" err="1">
                <a:solidFill>
                  <a:schemeClr val="bg1">
                    <a:lumMod val="49000"/>
                  </a:schemeClr>
                </a:solidFill>
              </a:rPr>
              <a:t>thus</a:t>
            </a:r>
            <a:r>
              <a:rPr lang="da-DK" sz="1600">
                <a:solidFill>
                  <a:schemeClr val="bg1">
                    <a:lumMod val="49000"/>
                  </a:schemeClr>
                </a:solidFill>
              </a:rPr>
              <a:t> faster.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BB01648A-CF80-F8DC-10DA-86AA8282A33E}"/>
              </a:ext>
            </a:extLst>
          </p:cNvPr>
          <p:cNvSpPr txBox="1"/>
          <p:nvPr/>
        </p:nvSpPr>
        <p:spPr>
          <a:xfrm>
            <a:off x="212794" y="1490909"/>
            <a:ext cx="403933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/>
              <a:t>Euler's method:</a:t>
            </a:r>
            <a:br>
              <a:rPr lang="da-DK"/>
            </a:br>
            <a:r>
              <a:rPr lang="da-DK"/>
              <a:t>- 1st order</a:t>
            </a:r>
          </a:p>
          <a:p>
            <a:r>
              <a:rPr lang="da-DK"/>
              <a:t>- Simple</a:t>
            </a:r>
          </a:p>
          <a:p>
            <a:pPr marL="285750" indent="-285750">
              <a:buFont typeface="Calibri"/>
              <a:buChar char="-"/>
            </a:pPr>
            <a:r>
              <a:rPr lang="da-DK"/>
              <a:t>Precission depends on dt (lower is better)</a:t>
            </a:r>
          </a:p>
          <a:p>
            <a:pPr marL="285750" indent="-285750">
              <a:buFont typeface="Calibri"/>
              <a:buChar char="-"/>
            </a:pPr>
            <a:endParaRPr lang="da-DK"/>
          </a:p>
          <a:p>
            <a:r>
              <a:rPr lang="da-DK">
                <a:ea typeface="+mn-lt"/>
                <a:cs typeface="+mn-lt"/>
              </a:rPr>
              <a:t>Runge Kutta (RK45):</a:t>
            </a:r>
          </a:p>
          <a:p>
            <a:pPr marL="285750" indent="-285750">
              <a:buFont typeface="Calibri"/>
              <a:buChar char="-"/>
            </a:pPr>
            <a:r>
              <a:rPr lang="da-DK"/>
              <a:t>Adaptive 4/5th order</a:t>
            </a:r>
          </a:p>
          <a:p>
            <a:pPr marL="285750" indent="-285750">
              <a:buFont typeface="Calibri"/>
              <a:buChar char="-"/>
            </a:pPr>
            <a:r>
              <a:rPr lang="da-DK"/>
              <a:t>Advanced</a:t>
            </a:r>
          </a:p>
          <a:p>
            <a:pPr marL="285750" indent="-285750">
              <a:buFont typeface="Calibri"/>
              <a:buChar char="-"/>
            </a:pPr>
            <a:r>
              <a:rPr lang="da-DK"/>
              <a:t>Precission depends on tolerance (lower is better)</a:t>
            </a:r>
          </a:p>
        </p:txBody>
      </p:sp>
    </p:spTree>
    <p:extLst>
      <p:ext uri="{BB962C8B-B14F-4D97-AF65-F5344CB8AC3E}">
        <p14:creationId xmlns:p14="http://schemas.microsoft.com/office/powerpoint/2010/main" val="95847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A4507-61FA-C094-616C-E36C8729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0BB0A4A0-119B-AFC6-732A-578523A723F4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89DA85-6C8D-9A89-C754-6D1C42B14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RANS Sim Update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F5D1A53D-559D-4902-3A67-9F2E3463F532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933E20F-434F-D2BA-AB62-B0270343779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100BEE15-00B6-BEAD-02A8-C15C7C46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11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8A1DD14E-B611-56C3-F8F9-868324A63AD0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74B5832E-9998-AE8B-3DBB-FA2EE0FD2A88}"/>
                  </a:ext>
                </a:extLst>
              </p:cNvPr>
              <p:cNvSpPr txBox="1"/>
              <p:nvPr/>
            </p:nvSpPr>
            <p:spPr>
              <a:xfrm>
                <a:off x="213360" y="1278194"/>
                <a:ext cx="5735156" cy="42893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Update:</a:t>
                </a:r>
              </a:p>
              <a:p>
                <a:r>
                  <a:rPr lang="en-US"/>
                  <a:t>Currently providing a 1 m step topography grid of 512 m x 512 m, 500 m high – Circular hill in center of 20 m high.</a:t>
                </a:r>
              </a:p>
              <a:p>
                <a:r>
                  <a:rPr lang="en-US"/>
                  <a:t>CFD mesh is set to 10 m per cell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=100</m:t>
                        </m:r>
                      </m:e>
                    </m:d>
                  </m:oMath>
                </a14:m>
                <a:r>
                  <a:rPr lang="en-US"/>
                  <a:t>.  The height of the first cell is set to 5 cm.</a:t>
                </a:r>
              </a:p>
              <a:p>
                <a:endParaRPr lang="en-US"/>
              </a:p>
              <a:p>
                <a:r>
                  <a:rPr lang="en-US"/>
                  <a:t>We created an </a:t>
                </a:r>
                <a:r>
                  <a:rPr lang="en-US" i="1" err="1"/>
                  <a:t>InverseMap</a:t>
                </a:r>
                <a:r>
                  <a:rPr lang="en-US" i="1"/>
                  <a:t> pipeline </a:t>
                </a:r>
                <a:r>
                  <a:rPr lang="en-US"/>
                  <a:t>to interpolate the terrain-following mesh from the RANS simulation onto a regular Cartesian Grid, to ensure our analysis is consistent across the domain.</a:t>
                </a:r>
              </a:p>
              <a:p>
                <a:endParaRPr lang="en-US"/>
              </a:p>
              <a:p>
                <a:r>
                  <a:rPr lang="en-US"/>
                  <a:t>The following slide presents plots that visualize our results from the </a:t>
                </a:r>
                <a:r>
                  <a:rPr lang="en-US" err="1"/>
                  <a:t>InverseMap</a:t>
                </a:r>
                <a:r>
                  <a:rPr lang="en-US"/>
                  <a:t> analysis, along with an interactive slider illustrating how velocity varies with height.</a:t>
                </a:r>
              </a:p>
            </p:txBody>
          </p:sp>
        </mc:Choice>
        <mc:Fallback xmlns="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74B5832E-9998-AE8B-3DBB-FA2EE0FD2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278194"/>
                <a:ext cx="5735156" cy="4289316"/>
              </a:xfrm>
              <a:prstGeom prst="rect">
                <a:avLst/>
              </a:prstGeom>
              <a:blipFill>
                <a:blip r:embed="rId3"/>
                <a:stretch>
                  <a:fillRect l="-850" t="-853" r="-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kstfelt 7">
            <a:extLst>
              <a:ext uri="{FF2B5EF4-FFF2-40B4-BE49-F238E27FC236}">
                <a16:creationId xmlns:a16="http://schemas.microsoft.com/office/drawing/2014/main" id="{501CEB00-64D2-9386-93E9-D9F94408FC2A}"/>
              </a:ext>
            </a:extLst>
          </p:cNvPr>
          <p:cNvSpPr txBox="1"/>
          <p:nvPr/>
        </p:nvSpPr>
        <p:spPr>
          <a:xfrm>
            <a:off x="5948516" y="1278194"/>
            <a:ext cx="5865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da-DK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948A490-B0FB-440D-9C11-6B3EC1D65150}"/>
              </a:ext>
            </a:extLst>
          </p:cNvPr>
          <p:cNvSpPr txBox="1"/>
          <p:nvPr/>
        </p:nvSpPr>
        <p:spPr>
          <a:xfrm>
            <a:off x="6368302" y="1278194"/>
            <a:ext cx="53153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Further work:</a:t>
            </a:r>
          </a:p>
          <a:p>
            <a:r>
              <a:rPr lang="en-US" dirty="0"/>
              <a:t>We’re currently working on refining the CFD mesh before proceeding with the corridor setup.</a:t>
            </a:r>
          </a:p>
          <a:p>
            <a:endParaRPr lang="en-US" dirty="0"/>
          </a:p>
          <a:p>
            <a:r>
              <a:rPr lang="en-US" dirty="0"/>
              <a:t>As part of this refinement, a mesh study can be conducted to assess the impact of cell size, rather than strictly adhering to an ideal 1-meter resolution. This may reveal that a coarser grid can be used without significantly compromising the results.</a:t>
            </a:r>
          </a:p>
          <a:p>
            <a:r>
              <a:rPr lang="en-US" dirty="0">
                <a:sym typeface="Wingdings" panose="05000000000000000000" pitchFamily="2" charset="2"/>
              </a:rPr>
              <a:t> Use input.dat file to change grid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7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995BA-871C-6B24-DC4F-B206C7697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F2910A3-5F2C-3FC5-71DA-7DC2B60299CC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75057B-AEBB-BF39-1C8F-0A6555101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RANS Sim Update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2457116-67F5-901C-FA64-B338F895414C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135D8CA-1202-10A8-E53E-FE4951292C21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F31F2994-F480-ABC6-E329-0D2528A4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2EABD173-C5C9-DBD2-943F-C14AAFC0BC26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08DF73F-2EFD-8304-4D5E-8925FB59E166}"/>
              </a:ext>
            </a:extLst>
          </p:cNvPr>
          <p:cNvSpPr txBox="1"/>
          <p:nvPr/>
        </p:nvSpPr>
        <p:spPr>
          <a:xfrm>
            <a:off x="213359" y="1062638"/>
            <a:ext cx="96385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noProof="0"/>
              <a:t>We simulated the wind field over a Gaussian hill with the following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EAF3B4EE-DD88-F0B0-F9A2-27DE0A03552B}"/>
                  </a:ext>
                </a:extLst>
              </p:cNvPr>
              <p:cNvSpPr txBox="1"/>
              <p:nvPr/>
            </p:nvSpPr>
            <p:spPr>
              <a:xfrm>
                <a:off x="213358" y="1502294"/>
                <a:ext cx="6300267" cy="48130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noProof="0" dirty="0"/>
                  <a:t>Size of inner - domain:</a:t>
                </a:r>
              </a:p>
              <a:p>
                <a:r>
                  <a:rPr lang="en-US" sz="2000" dirty="0"/>
                  <a:t>Length</a:t>
                </a:r>
                <a:r>
                  <a:rPr lang="en-US" sz="2000" noProof="0" dirty="0"/>
                  <a:t> </a:t>
                </a:r>
                <a14:m>
                  <m:oMath xmlns:m="http://schemas.openxmlformats.org/officeDocument/2006/math">
                    <m:r>
                      <a:rPr lang="da-DK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20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512 </m:t>
                    </m:r>
                    <m:r>
                      <m:rPr>
                        <m:sty m:val="p"/>
                      </m:rPr>
                      <a:rPr lang="da-DK" sz="20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2000" noProof="0" dirty="0"/>
              </a:p>
              <a:p>
                <a:r>
                  <a:rPr lang="en-US" sz="2000" noProof="0" dirty="0"/>
                  <a:t>Width </a:t>
                </a:r>
                <a14:m>
                  <m:oMath xmlns:m="http://schemas.openxmlformats.org/officeDocument/2006/math"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=512 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 dirty="0"/>
              </a:p>
              <a:p>
                <a:r>
                  <a:rPr lang="en-US" sz="2000" dirty="0"/>
                  <a:t>Height</a:t>
                </a:r>
                <a:r>
                  <a:rPr lang="en-US" sz="2000" noProof="0" dirty="0"/>
                  <a:t> </a:t>
                </a:r>
                <a14:m>
                  <m:oMath xmlns:m="http://schemas.openxmlformats.org/officeDocument/2006/math"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=500 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da-DK" sz="2000" dirty="0">
                  <a:ea typeface="Cambria Math" panose="02040503050406030204" pitchFamily="18" charset="0"/>
                </a:endParaRPr>
              </a:p>
              <a:p>
                <a:endParaRPr lang="en-US" sz="2000" noProof="0" dirty="0"/>
              </a:p>
              <a:p>
                <a:r>
                  <a:rPr lang="en-US" sz="2000" b="1" dirty="0"/>
                  <a:t>Hill parameters</a:t>
                </a:r>
              </a:p>
              <a:p>
                <a:r>
                  <a:rPr lang="en-US" sz="2000" dirty="0"/>
                  <a:t>Hill placed at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=(0,0)</m:t>
                    </m:r>
                  </m:oMath>
                </a14:m>
                <a:endParaRPr lang="en-US" sz="2000" noProof="0" dirty="0"/>
              </a:p>
              <a:p>
                <a:r>
                  <a:rPr lang="en-US" sz="2000" dirty="0"/>
                  <a:t>Hill height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 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 dirty="0"/>
              </a:p>
              <a:p>
                <a:r>
                  <a:rPr lang="en-US" sz="2000" dirty="0"/>
                  <a:t>Hill standard deviation (Half-height width)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=33.3 </m:t>
                    </m:r>
                    <m:r>
                      <a:rPr lang="da-DK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b="1" noProof="0" dirty="0"/>
              </a:p>
              <a:p>
                <a:endParaRPr lang="en-US" sz="2000" b="1" noProof="0" dirty="0"/>
              </a:p>
              <a:p>
                <a:r>
                  <a:rPr lang="en-US" sz="2000" b="1" noProof="0" dirty="0"/>
                  <a:t>Wind specific:</a:t>
                </a:r>
              </a:p>
              <a:p>
                <a:r>
                  <a:rPr lang="en-US" sz="2000" noProof="0" dirty="0"/>
                  <a:t>Reference wind speed + height: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</m:t>
                    </m:r>
                    <m:f>
                      <m:fPr>
                        <m:ctrlP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a-DK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=90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 dirty="0"/>
              </a:p>
              <a:p>
                <a:r>
                  <a:rPr lang="en-US" sz="2000" noProof="0" dirty="0"/>
                  <a:t>Wind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da-DK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=270°</m:t>
                    </m:r>
                  </m:oMath>
                </a14:m>
                <a:endParaRPr lang="da-DK" sz="2000" dirty="0">
                  <a:ea typeface="Cambria Math" panose="02040503050406030204" pitchFamily="18" charset="0"/>
                </a:endParaRPr>
              </a:p>
              <a:p>
                <a:r>
                  <a:rPr lang="en-US" sz="2000" noProof="0" dirty="0"/>
                  <a:t>Surface roughness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 dirty="0"/>
              </a:p>
              <a:p>
                <a:r>
                  <a:rPr lang="en-US" sz="2000" dirty="0"/>
                  <a:t>Turbulence Intensity </a:t>
                </a:r>
                <a14:m>
                  <m:oMath xmlns:m="http://schemas.openxmlformats.org/officeDocument/2006/math"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𝑇𝐼</m:t>
                    </m:r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=10%</m:t>
                    </m:r>
                  </m:oMath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EAF3B4EE-DD88-F0B0-F9A2-27DE0A035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58" y="1502294"/>
                <a:ext cx="6300267" cy="4813049"/>
              </a:xfrm>
              <a:prstGeom prst="rect">
                <a:avLst/>
              </a:prstGeom>
              <a:blipFill>
                <a:blip r:embed="rId3"/>
                <a:stretch>
                  <a:fillRect l="-967" t="-633"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E4EF1E8C-39CA-1619-D461-59BAA8555125}"/>
                  </a:ext>
                </a:extLst>
              </p:cNvPr>
              <p:cNvSpPr txBox="1"/>
              <p:nvPr/>
            </p:nvSpPr>
            <p:spPr>
              <a:xfrm>
                <a:off x="6931742" y="1462748"/>
                <a:ext cx="504689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/>
                  <a:t>Fidelity / mesh resolution:</a:t>
                </a:r>
              </a:p>
              <a:p>
                <a:r>
                  <a:rPr lang="en-US" sz="2000" dirty="0"/>
                  <a:t>10 m per cell</a:t>
                </a:r>
              </a:p>
              <a:p>
                <a:r>
                  <a:rPr lang="en-US" sz="2000" noProof="0" dirty="0"/>
                  <a:t>Height of first cell in z-direction </a:t>
                </a:r>
                <a14:m>
                  <m:oMath xmlns:m="http://schemas.openxmlformats.org/officeDocument/2006/math">
                    <m:r>
                      <a:rPr lang="da-DK" sz="2000" b="0" i="1" noProof="0" smtClean="0">
                        <a:latin typeface="Cambria Math" panose="02040503050406030204" pitchFamily="18" charset="0"/>
                      </a:rPr>
                      <m:t>=0.05 </m:t>
                    </m:r>
                    <m:r>
                      <a:rPr lang="da-DK" sz="2000" b="0" i="1" noProof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noProof="0" dirty="0"/>
              </a:p>
              <a:p>
                <a:r>
                  <a:rPr lang="en-US" sz="2000" b="1" dirty="0"/>
                  <a:t>	</a:t>
                </a:r>
                <a:r>
                  <a:rPr lang="en-US" sz="2000" dirty="0"/>
                  <a:t>- Cells grow with height,</a:t>
                </a:r>
              </a:p>
              <a:p>
                <a:r>
                  <a:rPr lang="en-US" sz="2000" dirty="0"/>
                  <a:t>	exponentially (geometric 	expansion)</a:t>
                </a:r>
                <a:endParaRPr lang="en-US" sz="2000" b="1" noProof="0" dirty="0"/>
              </a:p>
            </p:txBody>
          </p:sp>
        </mc:Choice>
        <mc:Fallback>
          <p:sp>
            <p:nvSpPr>
              <p:cNvPr id="15" name="Tekstfelt 14">
                <a:extLst>
                  <a:ext uri="{FF2B5EF4-FFF2-40B4-BE49-F238E27FC236}">
                    <a16:creationId xmlns:a16="http://schemas.microsoft.com/office/drawing/2014/main" id="{E4EF1E8C-39CA-1619-D461-59BAA8555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742" y="1462748"/>
                <a:ext cx="5046898" cy="1938992"/>
              </a:xfrm>
              <a:prstGeom prst="rect">
                <a:avLst/>
              </a:prstGeom>
              <a:blipFill>
                <a:blip r:embed="rId4"/>
                <a:stretch>
                  <a:fillRect l="-1208" t="-1887" b="-47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ktangel 15">
            <a:extLst>
              <a:ext uri="{FF2B5EF4-FFF2-40B4-BE49-F238E27FC236}">
                <a16:creationId xmlns:a16="http://schemas.microsoft.com/office/drawing/2014/main" id="{B10995DF-A55E-2244-6E29-64A8F9107B8D}"/>
              </a:ext>
            </a:extLst>
          </p:cNvPr>
          <p:cNvSpPr/>
          <p:nvPr/>
        </p:nvSpPr>
        <p:spPr>
          <a:xfrm>
            <a:off x="6605065" y="1582424"/>
            <a:ext cx="45719" cy="3395527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786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96C6D-49D1-3F49-31DD-61652F12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33FCE02-FA59-1130-A2D2-10ED0C4A45E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6C38A8-02DC-39B5-81A1-7F4686023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RANS Sim Update (Surface Mesh results)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64EDDFA7-45EE-0359-4657-33E8B2C23E69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9F9F835-1A07-A9E6-E57B-D67160167AB8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107F8908-85A2-EFF0-40EC-638A4E54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13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4FD87B90-BCB1-F1C2-E9B2-50DBA5C4C681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52D7F2F0-B8C1-5513-417B-DC890C49FC04}"/>
              </a:ext>
            </a:extLst>
          </p:cNvPr>
          <p:cNvSpPr txBox="1"/>
          <p:nvPr/>
        </p:nvSpPr>
        <p:spPr>
          <a:xfrm>
            <a:off x="773798" y="1282632"/>
            <a:ext cx="483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Contour plot of topographical inner domain: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4E669FB7-51DC-BA9E-E96C-239A98BD5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98" y="1701464"/>
            <a:ext cx="4714405" cy="3855129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06B25E0E-BA12-6B17-563F-B70D3CB2DDED}"/>
              </a:ext>
            </a:extLst>
          </p:cNvPr>
          <p:cNvSpPr txBox="1"/>
          <p:nvPr/>
        </p:nvSpPr>
        <p:spPr>
          <a:xfrm>
            <a:off x="6479130" y="1282632"/>
            <a:ext cx="483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Assembled grid plot of inner + outer domain:</a:t>
            </a:r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B3F5EAF8-62C4-E4B5-93FA-015B890F2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130" y="1701464"/>
            <a:ext cx="4714405" cy="382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626C-B5C0-C1EE-8D9A-D72F8411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7ED2F423-0570-8DF8-16FF-ABB699DBDB6D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D03BBE-B39B-2357-8B3A-EF67274DC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 err="1">
                <a:solidFill>
                  <a:schemeClr val="bg1"/>
                </a:solidFill>
              </a:rPr>
              <a:t>InverseMap</a:t>
            </a:r>
            <a:r>
              <a:rPr lang="en-US" sz="4800" b="1">
                <a:solidFill>
                  <a:schemeClr val="bg1"/>
                </a:solidFill>
              </a:rPr>
              <a:t> results </a:t>
            </a:r>
            <a:endParaRPr lang="en-US" sz="4800" b="1" noProof="0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FCF1CD1-A998-BAB2-123C-8CECD1C109B8}"/>
              </a:ext>
            </a:extLst>
          </p:cNvPr>
          <p:cNvSpPr/>
          <p:nvPr/>
        </p:nvSpPr>
        <p:spPr>
          <a:xfrm>
            <a:off x="0" y="6305508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0E54E32-FD6C-E7B7-8A61-FA5EFC323F7D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C9A0FEE8-91FA-1629-E5CE-F38412563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14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055150FC-29FF-DA96-6CB3-6F5D2967F5DF}"/>
              </a:ext>
            </a:extLst>
          </p:cNvPr>
          <p:cNvSpPr txBox="1"/>
          <p:nvPr/>
        </p:nvSpPr>
        <p:spPr>
          <a:xfrm>
            <a:off x="0" y="6334780"/>
            <a:ext cx="950359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Numerical Modelling of the Influence of Atmospheric Conditions on Golf Ball Trajectories</a:t>
            </a:r>
            <a:endParaRPr lang="en-US" sz="1400" noProof="0">
              <a:solidFill>
                <a:srgbClr val="D6E1E1"/>
              </a:solidFill>
            </a:endParaRPr>
          </a:p>
        </p:txBody>
      </p:sp>
      <p:pic>
        <p:nvPicPr>
          <p:cNvPr id="19" name="Billede 18">
            <a:extLst>
              <a:ext uri="{FF2B5EF4-FFF2-40B4-BE49-F238E27FC236}">
                <a16:creationId xmlns:a16="http://schemas.microsoft.com/office/drawing/2014/main" id="{6AD7F18B-36A3-0680-E69C-F0537F5FD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1" y="1425677"/>
            <a:ext cx="5820254" cy="4656204"/>
          </a:xfrm>
          <a:prstGeom prst="rect">
            <a:avLst/>
          </a:prstGeom>
        </p:spPr>
      </p:pic>
      <p:pic>
        <p:nvPicPr>
          <p:cNvPr id="21" name="Billede 20">
            <a:extLst>
              <a:ext uri="{FF2B5EF4-FFF2-40B4-BE49-F238E27FC236}">
                <a16:creationId xmlns:a16="http://schemas.microsoft.com/office/drawing/2014/main" id="{22310EB4-E7F9-3DBC-0C8B-DCF9002CB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387" y="1425676"/>
            <a:ext cx="5820255" cy="46562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A42CF352-5C9C-E01F-B3C6-88F6244F1559}"/>
                  </a:ext>
                </a:extLst>
              </p:cNvPr>
              <p:cNvSpPr txBox="1"/>
              <p:nvPr/>
            </p:nvSpPr>
            <p:spPr>
              <a:xfrm>
                <a:off x="449332" y="1141944"/>
                <a:ext cx="3577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b="1"/>
                  <a:t>Plot w.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da-DK" b="1"/>
                  <a:t> (5 m </a:t>
                </a:r>
                <a:r>
                  <a:rPr lang="da-DK" b="1" err="1"/>
                  <a:t>above</a:t>
                </a:r>
                <a:r>
                  <a:rPr lang="da-DK" b="1"/>
                  <a:t> </a:t>
                </a:r>
                <a:r>
                  <a:rPr lang="da-DK" b="1" err="1"/>
                  <a:t>hill</a:t>
                </a:r>
                <a:r>
                  <a:rPr lang="da-DK" b="1"/>
                  <a:t>):</a:t>
                </a:r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A42CF352-5C9C-E01F-B3C6-88F6244F1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32" y="1141944"/>
                <a:ext cx="3577069" cy="369332"/>
              </a:xfrm>
              <a:prstGeom prst="rect">
                <a:avLst/>
              </a:prstGeom>
              <a:blipFill>
                <a:blip r:embed="rId5"/>
                <a:stretch>
                  <a:fillRect l="-153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D3FF5FDD-8064-7769-FD22-7DDCFFA353B5}"/>
                  </a:ext>
                </a:extLst>
              </p:cNvPr>
              <p:cNvSpPr txBox="1"/>
              <p:nvPr/>
            </p:nvSpPr>
            <p:spPr>
              <a:xfrm>
                <a:off x="6269586" y="1136474"/>
                <a:ext cx="19545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b="1"/>
                  <a:t>Plot w.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da-DK" b="1"/>
                  <a:t>:</a:t>
                </a:r>
              </a:p>
            </p:txBody>
          </p:sp>
        </mc:Choice>
        <mc:Fallback xmlns="">
          <p:sp>
            <p:nvSpPr>
              <p:cNvPr id="23" name="Tekstfelt 22">
                <a:extLst>
                  <a:ext uri="{FF2B5EF4-FFF2-40B4-BE49-F238E27FC236}">
                    <a16:creationId xmlns:a16="http://schemas.microsoft.com/office/drawing/2014/main" id="{D3FF5FDD-8064-7769-FD22-7DDCFFA35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586" y="1136474"/>
                <a:ext cx="1954509" cy="369332"/>
              </a:xfrm>
              <a:prstGeom prst="rect">
                <a:avLst/>
              </a:prstGeom>
              <a:blipFill>
                <a:blip r:embed="rId6"/>
                <a:stretch>
                  <a:fillRect l="-249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71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F8528A-EB0F-494F-AC92-C8DAF21C688A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96c79e5-61d3-4198-a281-6c3eb0006017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14-04-2026</Template>
  <TotalTime>0</TotalTime>
  <Words>1265</Words>
  <Application>Microsoft Office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Wingdings</vt:lpstr>
      <vt:lpstr>Office-tema</vt:lpstr>
      <vt:lpstr>PowerPoint-præsentation</vt:lpstr>
      <vt:lpstr>Logarithmic and Uniform wind comparison</vt:lpstr>
      <vt:lpstr>Trajectories with log and uniform wind</vt:lpstr>
      <vt:lpstr>The “standard” shot and shot conditions</vt:lpstr>
      <vt:lpstr>Logarithmic and Uniform wind comparison</vt:lpstr>
      <vt:lpstr>Logarithmic and Uniform wind comparison</vt:lpstr>
      <vt:lpstr>Logarithmic and Uniform wind comparison</vt:lpstr>
      <vt:lpstr>Logarithmic and Uniform wind comparison</vt:lpstr>
      <vt:lpstr>Logarithmic and Uniform wind comparison</vt:lpstr>
      <vt:lpstr>Comparison of different solvers</vt:lpstr>
      <vt:lpstr>RANS Sim Update</vt:lpstr>
      <vt:lpstr>RANS Sim Update</vt:lpstr>
      <vt:lpstr>RANS Sim Update (Surface Mesh results)</vt:lpstr>
      <vt:lpstr>InverseMap results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lastModifiedBy>Jacob Manniche</cp:lastModifiedBy>
  <cp:revision>1</cp:revision>
  <dcterms:created xsi:type="dcterms:W3CDTF">2026-04-16T05:55:36Z</dcterms:created>
  <dcterms:modified xsi:type="dcterms:W3CDTF">2026-04-21T11:29:06Z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