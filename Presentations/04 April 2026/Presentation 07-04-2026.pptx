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8"/>
  </p:notesMasterIdLst>
  <p:sldIdLst>
    <p:sldId id="293" r:id="rId5"/>
    <p:sldId id="307" r:id="rId6"/>
    <p:sldId id="316" r:id="rId7"/>
    <p:sldId id="314" r:id="rId8"/>
    <p:sldId id="315" r:id="rId9"/>
    <p:sldId id="317" r:id="rId10"/>
    <p:sldId id="321" r:id="rId11"/>
    <p:sldId id="327" r:id="rId12"/>
    <p:sldId id="326" r:id="rId13"/>
    <p:sldId id="324" r:id="rId14"/>
    <p:sldId id="322" r:id="rId15"/>
    <p:sldId id="323" r:id="rId16"/>
    <p:sldId id="325" r:id="rId17"/>
  </p:sldIdLst>
  <p:sldSz cx="12192000" cy="6858000"/>
  <p:notesSz cx="6858000" cy="9144000"/>
  <p:defaultTextStyle>
    <a:defPPr>
      <a:defRPr lang="da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4A9DC"/>
    <a:srgbClr val="3B5EB7"/>
    <a:srgbClr val="EEF2F2"/>
    <a:srgbClr val="3655A6"/>
    <a:srgbClr val="2C4688"/>
    <a:srgbClr val="326063"/>
    <a:srgbClr val="68A68E"/>
    <a:srgbClr val="ABCCC0"/>
    <a:srgbClr val="4D836E"/>
    <a:srgbClr val="D0E3D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BCD4BD6-35B0-C77B-EE2A-5F094487A5F9}" v="24" dt="2026-04-14T12:30:15.05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llemlayout 2 - Markering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ske Rasmus Freiesleben" userId="S::s234229@dtu.dk::fcdee4af-c687-4a35-8fea-351291de9243" providerId="AD" clId="Web-{4B9B5EFD-5675-43A8-FDB6-EC4343370A79}"/>
    <pc:docChg chg="addSld modSld">
      <pc:chgData name="Eske Rasmus Freiesleben" userId="S::s234229@dtu.dk::fcdee4af-c687-4a35-8fea-351291de9243" providerId="AD" clId="Web-{4B9B5EFD-5675-43A8-FDB6-EC4343370A79}" dt="2026-04-06T16:17:47.341" v="147" actId="20577"/>
      <pc:docMkLst>
        <pc:docMk/>
      </pc:docMkLst>
      <pc:sldChg chg="addSp modSp add replId">
        <pc:chgData name="Eske Rasmus Freiesleben" userId="S::s234229@dtu.dk::fcdee4af-c687-4a35-8fea-351291de9243" providerId="AD" clId="Web-{4B9B5EFD-5675-43A8-FDB6-EC4343370A79}" dt="2026-04-06T16:17:47.341" v="147" actId="20577"/>
        <pc:sldMkLst>
          <pc:docMk/>
          <pc:sldMk cId="3041375997" sldId="321"/>
        </pc:sldMkLst>
        <pc:spChg chg="mod">
          <ac:chgData name="Eske Rasmus Freiesleben" userId="S::s234229@dtu.dk::fcdee4af-c687-4a35-8fea-351291de9243" providerId="AD" clId="Web-{4B9B5EFD-5675-43A8-FDB6-EC4343370A79}" dt="2026-04-06T15:58:53.703" v="14" actId="20577"/>
          <ac:spMkLst>
            <pc:docMk/>
            <pc:sldMk cId="3041375997" sldId="321"/>
            <ac:spMk id="2" creationId="{A928160B-D9A1-8209-BA4E-628F50B944C6}"/>
          </ac:spMkLst>
        </pc:spChg>
        <pc:spChg chg="add mod">
          <ac:chgData name="Eske Rasmus Freiesleben" userId="S::s234229@dtu.dk::fcdee4af-c687-4a35-8fea-351291de9243" providerId="AD" clId="Web-{4B9B5EFD-5675-43A8-FDB6-EC4343370A79}" dt="2026-04-06T16:17:47.341" v="147" actId="20577"/>
          <ac:spMkLst>
            <pc:docMk/>
            <pc:sldMk cId="3041375997" sldId="321"/>
            <ac:spMk id="3" creationId="{B358840C-A6E3-D7CA-9643-F19AD8916069}"/>
          </ac:spMkLst>
        </pc:spChg>
        <pc:spChg chg="mod">
          <ac:chgData name="Eske Rasmus Freiesleben" userId="S::s234229@dtu.dk::fcdee4af-c687-4a35-8fea-351291de9243" providerId="AD" clId="Web-{4B9B5EFD-5675-43A8-FDB6-EC4343370A79}" dt="2026-04-06T16:01:05.986" v="119" actId="14100"/>
          <ac:spMkLst>
            <pc:docMk/>
            <pc:sldMk cId="3041375997" sldId="321"/>
            <ac:spMk id="7" creationId="{81FE62D3-DF1A-C397-C2FC-9AB017B32B06}"/>
          </ac:spMkLst>
        </pc:spChg>
        <pc:picChg chg="add mod modCrop">
          <ac:chgData name="Eske Rasmus Freiesleben" userId="S::s234229@dtu.dk::fcdee4af-c687-4a35-8fea-351291de9243" providerId="AD" clId="Web-{4B9B5EFD-5675-43A8-FDB6-EC4343370A79}" dt="2026-04-06T16:17:24.590" v="144"/>
          <ac:picMkLst>
            <pc:docMk/>
            <pc:sldMk cId="3041375997" sldId="321"/>
            <ac:picMk id="4" creationId="{87984346-2752-90E1-2290-084A5CE0955C}"/>
          </ac:picMkLst>
        </pc:picChg>
      </pc:sldChg>
    </pc:docChg>
  </pc:docChgLst>
  <pc:docChgLst>
    <pc:chgData name="Eske Rasmus Freiesleben" userId="S::s234229@dtu.dk::fcdee4af-c687-4a35-8fea-351291de9243" providerId="AD" clId="Web-{6450F1B1-E868-45D2-B41C-4851428784F9}"/>
    <pc:docChg chg="modSld">
      <pc:chgData name="Eske Rasmus Freiesleben" userId="S::s234229@dtu.dk::fcdee4af-c687-4a35-8fea-351291de9243" providerId="AD" clId="Web-{6450F1B1-E868-45D2-B41C-4851428784F9}" dt="2026-04-06T20:47:54.476" v="34" actId="20577"/>
      <pc:docMkLst>
        <pc:docMk/>
      </pc:docMkLst>
      <pc:sldChg chg="modSp">
        <pc:chgData name="Eske Rasmus Freiesleben" userId="S::s234229@dtu.dk::fcdee4af-c687-4a35-8fea-351291de9243" providerId="AD" clId="Web-{6450F1B1-E868-45D2-B41C-4851428784F9}" dt="2026-04-06T20:47:54.476" v="34" actId="20577"/>
        <pc:sldMkLst>
          <pc:docMk/>
          <pc:sldMk cId="3041375997" sldId="321"/>
        </pc:sldMkLst>
        <pc:spChg chg="mod">
          <ac:chgData name="Eske Rasmus Freiesleben" userId="S::s234229@dtu.dk::fcdee4af-c687-4a35-8fea-351291de9243" providerId="AD" clId="Web-{6450F1B1-E868-45D2-B41C-4851428784F9}" dt="2026-04-06T20:47:54.476" v="34" actId="20577"/>
          <ac:spMkLst>
            <pc:docMk/>
            <pc:sldMk cId="3041375997" sldId="321"/>
            <ac:spMk id="7" creationId="{81FE62D3-DF1A-C397-C2FC-9AB017B32B06}"/>
          </ac:spMkLst>
        </pc:spChg>
      </pc:sldChg>
    </pc:docChg>
  </pc:docChgLst>
  <pc:docChgLst>
    <pc:chgData name="Eske Rasmus Freiesleben" userId="S::s234229@dtu.dk::fcdee4af-c687-4a35-8fea-351291de9243" providerId="AD" clId="Web-{2BCD4BD6-35B0-C77B-EE2A-5F094487A5F9}"/>
    <pc:docChg chg="addSld delSld modSld">
      <pc:chgData name="Eske Rasmus Freiesleben" userId="S::s234229@dtu.dk::fcdee4af-c687-4a35-8fea-351291de9243" providerId="AD" clId="Web-{2BCD4BD6-35B0-C77B-EE2A-5F094487A5F9}" dt="2026-04-14T12:30:15.058" v="17"/>
      <pc:docMkLst>
        <pc:docMk/>
      </pc:docMkLst>
      <pc:sldChg chg="addSp delSp modSp">
        <pc:chgData name="Eske Rasmus Freiesleben" userId="S::s234229@dtu.dk::fcdee4af-c687-4a35-8fea-351291de9243" providerId="AD" clId="Web-{2BCD4BD6-35B0-C77B-EE2A-5F094487A5F9}" dt="2026-04-14T12:30:00.885" v="14" actId="14100"/>
        <pc:sldMkLst>
          <pc:docMk/>
          <pc:sldMk cId="3041375997" sldId="321"/>
        </pc:sldMkLst>
        <pc:spChg chg="del mod">
          <ac:chgData name="Eske Rasmus Freiesleben" userId="S::s234229@dtu.dk::fcdee4af-c687-4a35-8fea-351291de9243" providerId="AD" clId="Web-{2BCD4BD6-35B0-C77B-EE2A-5F094487A5F9}" dt="2026-04-14T12:29:27.524" v="5"/>
          <ac:spMkLst>
            <pc:docMk/>
            <pc:sldMk cId="3041375997" sldId="321"/>
            <ac:spMk id="3" creationId="{B358840C-A6E3-D7CA-9643-F19AD8916069}"/>
          </ac:spMkLst>
        </pc:spChg>
        <pc:spChg chg="del mod">
          <ac:chgData name="Eske Rasmus Freiesleben" userId="S::s234229@dtu.dk::fcdee4af-c687-4a35-8fea-351291de9243" providerId="AD" clId="Web-{2BCD4BD6-35B0-C77B-EE2A-5F094487A5F9}" dt="2026-04-14T12:29:30.196" v="7"/>
          <ac:spMkLst>
            <pc:docMk/>
            <pc:sldMk cId="3041375997" sldId="321"/>
            <ac:spMk id="7" creationId="{81FE62D3-DF1A-C397-C2FC-9AB017B32B06}"/>
          </ac:spMkLst>
        </pc:spChg>
        <pc:spChg chg="add del mod">
          <ac:chgData name="Eske Rasmus Freiesleben" userId="S::s234229@dtu.dk::fcdee4af-c687-4a35-8fea-351291de9243" providerId="AD" clId="Web-{2BCD4BD6-35B0-C77B-EE2A-5F094487A5F9}" dt="2026-04-14T12:29:36.540" v="10"/>
          <ac:spMkLst>
            <pc:docMk/>
            <pc:sldMk cId="3041375997" sldId="321"/>
            <ac:spMk id="10" creationId="{79EBBC0F-053B-DD83-DF25-3A934372BC42}"/>
          </ac:spMkLst>
        </pc:spChg>
        <pc:picChg chg="del">
          <ac:chgData name="Eske Rasmus Freiesleben" userId="S::s234229@dtu.dk::fcdee4af-c687-4a35-8fea-351291de9243" providerId="AD" clId="Web-{2BCD4BD6-35B0-C77B-EE2A-5F094487A5F9}" dt="2026-04-14T12:29:24.181" v="1"/>
          <ac:picMkLst>
            <pc:docMk/>
            <pc:sldMk cId="3041375997" sldId="321"/>
            <ac:picMk id="4" creationId="{87984346-2752-90E1-2290-084A5CE0955C}"/>
          </ac:picMkLst>
        </pc:picChg>
        <pc:picChg chg="del">
          <ac:chgData name="Eske Rasmus Freiesleben" userId="S::s234229@dtu.dk::fcdee4af-c687-4a35-8fea-351291de9243" providerId="AD" clId="Web-{2BCD4BD6-35B0-C77B-EE2A-5F094487A5F9}" dt="2026-04-14T12:29:19.743" v="0"/>
          <ac:picMkLst>
            <pc:docMk/>
            <pc:sldMk cId="3041375997" sldId="321"/>
            <ac:picMk id="6" creationId="{5D7FEA9D-B145-78DB-4E63-C7F6BE3252BD}"/>
          </ac:picMkLst>
        </pc:picChg>
        <pc:picChg chg="add mod">
          <ac:chgData name="Eske Rasmus Freiesleben" userId="S::s234229@dtu.dk::fcdee4af-c687-4a35-8fea-351291de9243" providerId="AD" clId="Web-{2BCD4BD6-35B0-C77B-EE2A-5F094487A5F9}" dt="2026-04-14T12:30:00.885" v="14" actId="14100"/>
          <ac:picMkLst>
            <pc:docMk/>
            <pc:sldMk cId="3041375997" sldId="321"/>
            <ac:picMk id="13" creationId="{744FC5BD-FB0D-DFCF-5A09-56D2A6DAD9BE}"/>
          </ac:picMkLst>
        </pc:picChg>
      </pc:sldChg>
      <pc:sldChg chg="add replId">
        <pc:chgData name="Eske Rasmus Freiesleben" userId="S::s234229@dtu.dk::fcdee4af-c687-4a35-8fea-351291de9243" providerId="AD" clId="Web-{2BCD4BD6-35B0-C77B-EE2A-5F094487A5F9}" dt="2026-04-14T12:30:15.058" v="17"/>
        <pc:sldMkLst>
          <pc:docMk/>
          <pc:sldMk cId="299747956" sldId="327"/>
        </pc:sldMkLst>
      </pc:sldChg>
      <pc:sldChg chg="new del">
        <pc:chgData name="Eske Rasmus Freiesleben" userId="S::s234229@dtu.dk::fcdee4af-c687-4a35-8fea-351291de9243" providerId="AD" clId="Web-{2BCD4BD6-35B0-C77B-EE2A-5F094487A5F9}" dt="2026-04-14T12:30:11.479" v="16"/>
        <pc:sldMkLst>
          <pc:docMk/>
          <pc:sldMk cId="1800620309" sldId="327"/>
        </pc:sldMkLst>
      </pc:sldChg>
    </pc:docChg>
  </pc:docChgLst>
  <pc:docChgLst>
    <pc:chgData name="Jens Alfred Pedersen" userId="bcca11ee-19e3-439b-8f05-48763e2a5f23" providerId="ADAL" clId="{32C752E2-A49F-49A6-89BF-5063FA87EE3B}"/>
    <pc:docChg chg="undo custSel addSld delSld modSld sldOrd">
      <pc:chgData name="Jens Alfred Pedersen" userId="bcca11ee-19e3-439b-8f05-48763e2a5f23" providerId="ADAL" clId="{32C752E2-A49F-49A6-89BF-5063FA87EE3B}" dt="2026-04-07T10:58:43.547" v="9720" actId="5793"/>
      <pc:docMkLst>
        <pc:docMk/>
      </pc:docMkLst>
      <pc:sldChg chg="modSp add del mod">
        <pc:chgData name="Jens Alfred Pedersen" userId="bcca11ee-19e3-439b-8f05-48763e2a5f23" providerId="ADAL" clId="{32C752E2-A49F-49A6-89BF-5063FA87EE3B}" dt="2026-04-06T14:13:11.345" v="11" actId="20577"/>
        <pc:sldMkLst>
          <pc:docMk/>
          <pc:sldMk cId="379633757" sldId="293"/>
        </pc:sldMkLst>
        <pc:spChg chg="mod">
          <ac:chgData name="Jens Alfred Pedersen" userId="bcca11ee-19e3-439b-8f05-48763e2a5f23" providerId="ADAL" clId="{32C752E2-A49F-49A6-89BF-5063FA87EE3B}" dt="2026-04-06T14:13:11.345" v="11" actId="20577"/>
          <ac:spMkLst>
            <pc:docMk/>
            <pc:sldMk cId="379633757" sldId="293"/>
            <ac:spMk id="3" creationId="{3C3DCE8A-3450-3756-F020-B8CA931B4CA7}"/>
          </ac:spMkLst>
        </pc:spChg>
      </pc:sldChg>
      <pc:sldChg chg="modSp mod">
        <pc:chgData name="Jens Alfred Pedersen" userId="bcca11ee-19e3-439b-8f05-48763e2a5f23" providerId="ADAL" clId="{32C752E2-A49F-49A6-89BF-5063FA87EE3B}" dt="2026-04-07T10:55:35.177" v="9715" actId="20577"/>
        <pc:sldMkLst>
          <pc:docMk/>
          <pc:sldMk cId="1652593064" sldId="307"/>
        </pc:sldMkLst>
        <pc:spChg chg="mod">
          <ac:chgData name="Jens Alfred Pedersen" userId="bcca11ee-19e3-439b-8f05-48763e2a5f23" providerId="ADAL" clId="{32C752E2-A49F-49A6-89BF-5063FA87EE3B}" dt="2026-04-06T16:57:26.884" v="8517" actId="20577"/>
          <ac:spMkLst>
            <pc:docMk/>
            <pc:sldMk cId="1652593064" sldId="307"/>
            <ac:spMk id="2" creationId="{8C52BDFD-3BB6-F0F7-8985-623067D732EF}"/>
          </ac:spMkLst>
        </pc:spChg>
        <pc:spChg chg="mod">
          <ac:chgData name="Jens Alfred Pedersen" userId="bcca11ee-19e3-439b-8f05-48763e2a5f23" providerId="ADAL" clId="{32C752E2-A49F-49A6-89BF-5063FA87EE3B}" dt="2026-04-07T10:55:35.177" v="9715" actId="20577"/>
          <ac:spMkLst>
            <pc:docMk/>
            <pc:sldMk cId="1652593064" sldId="307"/>
            <ac:spMk id="4" creationId="{FA9FFD4E-F14B-ACB1-BABF-C84178B17462}"/>
          </ac:spMkLst>
        </pc:spChg>
      </pc:sldChg>
      <pc:sldChg chg="addSp delSp modSp mod">
        <pc:chgData name="Jens Alfred Pedersen" userId="bcca11ee-19e3-439b-8f05-48763e2a5f23" providerId="ADAL" clId="{32C752E2-A49F-49A6-89BF-5063FA87EE3B}" dt="2026-04-06T15:17:44.460" v="3003" actId="20577"/>
        <pc:sldMkLst>
          <pc:docMk/>
          <pc:sldMk cId="1200842369" sldId="314"/>
        </pc:sldMkLst>
        <pc:spChg chg="mod">
          <ac:chgData name="Jens Alfred Pedersen" userId="bcca11ee-19e3-439b-8f05-48763e2a5f23" providerId="ADAL" clId="{32C752E2-A49F-49A6-89BF-5063FA87EE3B}" dt="2026-04-06T15:13:05.552" v="2228" actId="20577"/>
          <ac:spMkLst>
            <pc:docMk/>
            <pc:sldMk cId="1200842369" sldId="314"/>
            <ac:spMk id="2" creationId="{B3CE0264-D26C-A9BE-530B-B506B899795E}"/>
          </ac:spMkLst>
        </pc:spChg>
        <pc:spChg chg="add mod">
          <ac:chgData name="Jens Alfred Pedersen" userId="bcca11ee-19e3-439b-8f05-48763e2a5f23" providerId="ADAL" clId="{32C752E2-A49F-49A6-89BF-5063FA87EE3B}" dt="2026-04-06T15:17:44.460" v="3003" actId="20577"/>
          <ac:spMkLst>
            <pc:docMk/>
            <pc:sldMk cId="1200842369" sldId="314"/>
            <ac:spMk id="22" creationId="{1D5D4F7F-BE72-EC12-AFBA-AD58BF125878}"/>
          </ac:spMkLst>
        </pc:spChg>
      </pc:sldChg>
      <pc:sldChg chg="modSp mod">
        <pc:chgData name="Jens Alfred Pedersen" userId="bcca11ee-19e3-439b-8f05-48763e2a5f23" providerId="ADAL" clId="{32C752E2-A49F-49A6-89BF-5063FA87EE3B}" dt="2026-04-06T14:33:53.879" v="1271" actId="14100"/>
        <pc:sldMkLst>
          <pc:docMk/>
          <pc:sldMk cId="2321891982" sldId="315"/>
        </pc:sldMkLst>
        <pc:spChg chg="mod">
          <ac:chgData name="Jens Alfred Pedersen" userId="bcca11ee-19e3-439b-8f05-48763e2a5f23" providerId="ADAL" clId="{32C752E2-A49F-49A6-89BF-5063FA87EE3B}" dt="2026-04-06T14:18:22.205" v="431" actId="20577"/>
          <ac:spMkLst>
            <pc:docMk/>
            <pc:sldMk cId="2321891982" sldId="315"/>
            <ac:spMk id="2" creationId="{6F064FA2-2AE3-39C5-4DB9-00B877C7D01D}"/>
          </ac:spMkLst>
        </pc:spChg>
        <pc:spChg chg="mod">
          <ac:chgData name="Jens Alfred Pedersen" userId="bcca11ee-19e3-439b-8f05-48763e2a5f23" providerId="ADAL" clId="{32C752E2-A49F-49A6-89BF-5063FA87EE3B}" dt="2026-04-06T14:18:11.744" v="418" actId="20577"/>
          <ac:spMkLst>
            <pc:docMk/>
            <pc:sldMk cId="2321891982" sldId="315"/>
            <ac:spMk id="7" creationId="{041F1A1A-DB19-D030-BA53-EEFD1CD4EE2B}"/>
          </ac:spMkLst>
        </pc:spChg>
        <pc:picChg chg="mod">
          <ac:chgData name="Jens Alfred Pedersen" userId="bcca11ee-19e3-439b-8f05-48763e2a5f23" providerId="ADAL" clId="{32C752E2-A49F-49A6-89BF-5063FA87EE3B}" dt="2026-04-06T14:33:53.879" v="1271" actId="14100"/>
          <ac:picMkLst>
            <pc:docMk/>
            <pc:sldMk cId="2321891982" sldId="315"/>
            <ac:picMk id="4" creationId="{C8201EFE-BCF2-A199-56FA-ADEC2BDCBCF7}"/>
          </ac:picMkLst>
        </pc:picChg>
      </pc:sldChg>
      <pc:sldChg chg="modSp mod ord">
        <pc:chgData name="Jens Alfred Pedersen" userId="bcca11ee-19e3-439b-8f05-48763e2a5f23" providerId="ADAL" clId="{32C752E2-A49F-49A6-89BF-5063FA87EE3B}" dt="2026-04-06T14:37:24.719" v="1431"/>
        <pc:sldMkLst>
          <pc:docMk/>
          <pc:sldMk cId="1197791355" sldId="316"/>
        </pc:sldMkLst>
        <pc:spChg chg="mod">
          <ac:chgData name="Jens Alfred Pedersen" userId="bcca11ee-19e3-439b-8f05-48763e2a5f23" providerId="ADAL" clId="{32C752E2-A49F-49A6-89BF-5063FA87EE3B}" dt="2026-04-06T14:17:53.691" v="410" actId="404"/>
          <ac:spMkLst>
            <pc:docMk/>
            <pc:sldMk cId="1197791355" sldId="316"/>
            <ac:spMk id="7" creationId="{7C46B8B2-7727-C21A-EF5D-3DFD80BF5F9A}"/>
          </ac:spMkLst>
        </pc:spChg>
      </pc:sldChg>
      <pc:sldChg chg="addSp delSp modSp mod">
        <pc:chgData name="Jens Alfred Pedersen" userId="bcca11ee-19e3-439b-8f05-48763e2a5f23" providerId="ADAL" clId="{32C752E2-A49F-49A6-89BF-5063FA87EE3B}" dt="2026-04-06T18:03:37.917" v="9487" actId="20577"/>
        <pc:sldMkLst>
          <pc:docMk/>
          <pc:sldMk cId="1108052160" sldId="317"/>
        </pc:sldMkLst>
        <pc:spChg chg="mod">
          <ac:chgData name="Jens Alfred Pedersen" userId="bcca11ee-19e3-439b-8f05-48763e2a5f23" providerId="ADAL" clId="{32C752E2-A49F-49A6-89BF-5063FA87EE3B}" dt="2026-04-06T18:03:37.917" v="9487" actId="20577"/>
          <ac:spMkLst>
            <pc:docMk/>
            <pc:sldMk cId="1108052160" sldId="317"/>
            <ac:spMk id="7" creationId="{BCC40E36-8080-0116-A3F2-71A7C80FC1D6}"/>
          </ac:spMkLst>
        </pc:spChg>
      </pc:sldChg>
      <pc:sldChg chg="modSp add mod ord">
        <pc:chgData name="Jens Alfred Pedersen" userId="bcca11ee-19e3-439b-8f05-48763e2a5f23" providerId="ADAL" clId="{32C752E2-A49F-49A6-89BF-5063FA87EE3B}" dt="2026-04-06T16:45:01.286" v="7266" actId="20577"/>
        <pc:sldMkLst>
          <pc:docMk/>
          <pc:sldMk cId="4200859049" sldId="322"/>
        </pc:sldMkLst>
        <pc:spChg chg="mod">
          <ac:chgData name="Jens Alfred Pedersen" userId="bcca11ee-19e3-439b-8f05-48763e2a5f23" providerId="ADAL" clId="{32C752E2-A49F-49A6-89BF-5063FA87EE3B}" dt="2026-04-06T16:13:16.049" v="5476" actId="20577"/>
          <ac:spMkLst>
            <pc:docMk/>
            <pc:sldMk cId="4200859049" sldId="322"/>
            <ac:spMk id="3" creationId="{509DD198-A862-93D3-8540-4937222E53CB}"/>
          </ac:spMkLst>
        </pc:spChg>
        <pc:spChg chg="mod">
          <ac:chgData name="Jens Alfred Pedersen" userId="bcca11ee-19e3-439b-8f05-48763e2a5f23" providerId="ADAL" clId="{32C752E2-A49F-49A6-89BF-5063FA87EE3B}" dt="2026-04-06T16:45:01.286" v="7266" actId="20577"/>
          <ac:spMkLst>
            <pc:docMk/>
            <pc:sldMk cId="4200859049" sldId="322"/>
            <ac:spMk id="10" creationId="{2C0EF35E-4772-AE88-2667-C1DF2FC7902F}"/>
          </ac:spMkLst>
        </pc:spChg>
      </pc:sldChg>
      <pc:sldChg chg="modSp add mod ord">
        <pc:chgData name="Jens Alfred Pedersen" userId="bcca11ee-19e3-439b-8f05-48763e2a5f23" providerId="ADAL" clId="{32C752E2-A49F-49A6-89BF-5063FA87EE3B}" dt="2026-04-07T10:58:43.547" v="9720" actId="5793"/>
        <pc:sldMkLst>
          <pc:docMk/>
          <pc:sldMk cId="3044478036" sldId="323"/>
        </pc:sldMkLst>
        <pc:spChg chg="mod">
          <ac:chgData name="Jens Alfred Pedersen" userId="bcca11ee-19e3-439b-8f05-48763e2a5f23" providerId="ADAL" clId="{32C752E2-A49F-49A6-89BF-5063FA87EE3B}" dt="2026-04-07T10:58:43.547" v="9720" actId="5793"/>
          <ac:spMkLst>
            <pc:docMk/>
            <pc:sldMk cId="3044478036" sldId="323"/>
            <ac:spMk id="3" creationId="{02C2B63B-0F3F-BE9F-447B-7708F6655B23}"/>
          </ac:spMkLst>
        </pc:spChg>
        <pc:spChg chg="mod">
          <ac:chgData name="Jens Alfred Pedersen" userId="bcca11ee-19e3-439b-8f05-48763e2a5f23" providerId="ADAL" clId="{32C752E2-A49F-49A6-89BF-5063FA87EE3B}" dt="2026-04-06T16:44:58.871" v="7264" actId="20577"/>
          <ac:spMkLst>
            <pc:docMk/>
            <pc:sldMk cId="3044478036" sldId="323"/>
            <ac:spMk id="10" creationId="{EAC4C646-DBD2-3451-816F-D73CEA0FBC7E}"/>
          </ac:spMkLst>
        </pc:spChg>
      </pc:sldChg>
      <pc:sldChg chg="modSp add mod">
        <pc:chgData name="Jens Alfred Pedersen" userId="bcca11ee-19e3-439b-8f05-48763e2a5f23" providerId="ADAL" clId="{32C752E2-A49F-49A6-89BF-5063FA87EE3B}" dt="2026-04-06T17:36:53.679" v="8555" actId="20577"/>
        <pc:sldMkLst>
          <pc:docMk/>
          <pc:sldMk cId="74133552" sldId="324"/>
        </pc:sldMkLst>
        <pc:spChg chg="mod">
          <ac:chgData name="Jens Alfred Pedersen" userId="bcca11ee-19e3-439b-8f05-48763e2a5f23" providerId="ADAL" clId="{32C752E2-A49F-49A6-89BF-5063FA87EE3B}" dt="2026-04-06T17:36:53.679" v="8555" actId="20577"/>
          <ac:spMkLst>
            <pc:docMk/>
            <pc:sldMk cId="74133552" sldId="324"/>
            <ac:spMk id="3" creationId="{0668D168-F6C3-6500-9B0B-D9BD5B65227A}"/>
          </ac:spMkLst>
        </pc:spChg>
        <pc:spChg chg="mod">
          <ac:chgData name="Jens Alfred Pedersen" userId="bcca11ee-19e3-439b-8f05-48763e2a5f23" providerId="ADAL" clId="{32C752E2-A49F-49A6-89BF-5063FA87EE3B}" dt="2026-04-06T16:45:03.398" v="7268" actId="20577"/>
          <ac:spMkLst>
            <pc:docMk/>
            <pc:sldMk cId="74133552" sldId="324"/>
            <ac:spMk id="10" creationId="{4F153D7E-124A-DB8F-EF81-9FBA943385AB}"/>
          </ac:spMkLst>
        </pc:spChg>
      </pc:sldChg>
      <pc:sldChg chg="modSp add mod">
        <pc:chgData name="Jens Alfred Pedersen" userId="bcca11ee-19e3-439b-8f05-48763e2a5f23" providerId="ADAL" clId="{32C752E2-A49F-49A6-89BF-5063FA87EE3B}" dt="2026-04-06T18:07:25.834" v="9607" actId="20577"/>
        <pc:sldMkLst>
          <pc:docMk/>
          <pc:sldMk cId="1866467940" sldId="325"/>
        </pc:sldMkLst>
        <pc:spChg chg="mod">
          <ac:chgData name="Jens Alfred Pedersen" userId="bcca11ee-19e3-439b-8f05-48763e2a5f23" providerId="ADAL" clId="{32C752E2-A49F-49A6-89BF-5063FA87EE3B}" dt="2026-04-06T18:07:25.834" v="9607" actId="20577"/>
          <ac:spMkLst>
            <pc:docMk/>
            <pc:sldMk cId="1866467940" sldId="325"/>
            <ac:spMk id="3" creationId="{AB95D9B7-4BEA-1741-D427-E24D05D5BD56}"/>
          </ac:spMkLst>
        </pc:spChg>
        <pc:spChg chg="mod">
          <ac:chgData name="Jens Alfred Pedersen" userId="bcca11ee-19e3-439b-8f05-48763e2a5f23" providerId="ADAL" clId="{32C752E2-A49F-49A6-89BF-5063FA87EE3B}" dt="2026-04-06T18:06:17.435" v="9500" actId="207"/>
          <ac:spMkLst>
            <pc:docMk/>
            <pc:sldMk cId="1866467940" sldId="325"/>
            <ac:spMk id="10" creationId="{FE38F49E-ABAA-4436-B6F2-4D1C37129CB4}"/>
          </ac:spMkLst>
        </pc:spChg>
      </pc:sldChg>
      <pc:sldChg chg="add">
        <pc:chgData name="Jens Alfred Pedersen" userId="bcca11ee-19e3-439b-8f05-48763e2a5f23" providerId="ADAL" clId="{32C752E2-A49F-49A6-89BF-5063FA87EE3B}" dt="2026-04-07T10:53:47.486" v="9608" actId="2890"/>
        <pc:sldMkLst>
          <pc:docMk/>
          <pc:sldMk cId="2271599152" sldId="326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idehoved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3" name="Pladsholder til dato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9EFAC2-CAA8-4C26-A102-B05A6542AA2E}" type="datetimeFigureOut">
              <a:rPr lang="da-DK" smtClean="0"/>
              <a:t>14-04-2026</a:t>
            </a:fld>
            <a:endParaRPr lang="da-DK"/>
          </a:p>
        </p:txBody>
      </p:sp>
      <p:sp>
        <p:nvSpPr>
          <p:cNvPr id="4" name="Pladsholder til slidebille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a-DK"/>
          </a:p>
        </p:txBody>
      </p:sp>
      <p:sp>
        <p:nvSpPr>
          <p:cNvPr id="5" name="Pladsholder til no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ECF9C7-D1BA-425F-9524-4BF3E367B98B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6258525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DA5986-3CF3-A4DC-4F82-52D3439293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>
            <a:extLst>
              <a:ext uri="{FF2B5EF4-FFF2-40B4-BE49-F238E27FC236}">
                <a16:creationId xmlns:a16="http://schemas.microsoft.com/office/drawing/2014/main" id="{AA493507-F7A7-19D1-FEAC-30EDB9E6EF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Pladsholder til noter 2">
            <a:extLst>
              <a:ext uri="{FF2B5EF4-FFF2-40B4-BE49-F238E27FC236}">
                <a16:creationId xmlns:a16="http://schemas.microsoft.com/office/drawing/2014/main" id="{A83B46A6-E0C6-8C16-0B2C-DE08F92C90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5ED4E4BD-91D9-F554-438F-8C09AAFA70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ECF9C7-D1BA-425F-9524-4BF3E367B98B}" type="slidenum">
              <a:rPr lang="da-DK" smtClean="0"/>
              <a:t>1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8828380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85350C-E9B2-7BD7-63AB-3E0A189A0D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>
            <a:extLst>
              <a:ext uri="{FF2B5EF4-FFF2-40B4-BE49-F238E27FC236}">
                <a16:creationId xmlns:a16="http://schemas.microsoft.com/office/drawing/2014/main" id="{BFF6F188-D2CE-D266-5F75-5B6E622584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Pladsholder til noter 2">
            <a:extLst>
              <a:ext uri="{FF2B5EF4-FFF2-40B4-BE49-F238E27FC236}">
                <a16:creationId xmlns:a16="http://schemas.microsoft.com/office/drawing/2014/main" id="{2095E6E4-C96C-868C-2B02-3F904FD50B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D5DE2D25-4A05-DE41-79D6-AB295DFD95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ECF9C7-D1BA-425F-9524-4BF3E367B98B}" type="slidenum">
              <a:rPr lang="da-DK" smtClean="0"/>
              <a:t>2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4311625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A6412F-3B59-BBD3-2CA5-372A260325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>
            <a:extLst>
              <a:ext uri="{FF2B5EF4-FFF2-40B4-BE49-F238E27FC236}">
                <a16:creationId xmlns:a16="http://schemas.microsoft.com/office/drawing/2014/main" id="{9EA3A1E3-CF95-8B00-7DCF-5EE0126FB7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Pladsholder til noter 2">
            <a:extLst>
              <a:ext uri="{FF2B5EF4-FFF2-40B4-BE49-F238E27FC236}">
                <a16:creationId xmlns:a16="http://schemas.microsoft.com/office/drawing/2014/main" id="{02953548-EC49-7B67-6EB4-E33C7625A4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541BF0CB-F896-938E-434A-426B90BB5E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ECF9C7-D1BA-425F-9524-4BF3E367B98B}" type="slidenum">
              <a:rPr lang="da-DK" smtClean="0"/>
              <a:t>3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7978742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E0B0A5-B4F7-8CEE-AF32-2A93A9E580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>
            <a:extLst>
              <a:ext uri="{FF2B5EF4-FFF2-40B4-BE49-F238E27FC236}">
                <a16:creationId xmlns:a16="http://schemas.microsoft.com/office/drawing/2014/main" id="{4F18AE8E-719E-9A6E-7D02-0C0E5B92EF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Pladsholder til noter 2">
            <a:extLst>
              <a:ext uri="{FF2B5EF4-FFF2-40B4-BE49-F238E27FC236}">
                <a16:creationId xmlns:a16="http://schemas.microsoft.com/office/drawing/2014/main" id="{A4998C9A-1252-BE56-4D6E-4169AEF5E3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2293F104-9025-563C-9D71-373B8ACE25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ECF9C7-D1BA-425F-9524-4BF3E367B98B}" type="slidenum">
              <a:rPr lang="da-DK" smtClean="0"/>
              <a:t>4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18243324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2E3860-993A-4F3D-E9AD-4E09ABAAB9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>
            <a:extLst>
              <a:ext uri="{FF2B5EF4-FFF2-40B4-BE49-F238E27FC236}">
                <a16:creationId xmlns:a16="http://schemas.microsoft.com/office/drawing/2014/main" id="{3D1AE146-87D6-9619-137C-92CCE84AB7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Pladsholder til noter 2">
            <a:extLst>
              <a:ext uri="{FF2B5EF4-FFF2-40B4-BE49-F238E27FC236}">
                <a16:creationId xmlns:a16="http://schemas.microsoft.com/office/drawing/2014/main" id="{EA443241-8749-0BB7-3630-01DEF9CBCF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A1653D7C-1F98-C47F-B24E-E14DA5E20A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ECF9C7-D1BA-425F-9524-4BF3E367B98B}" type="slidenum">
              <a:rPr lang="da-DK" smtClean="0"/>
              <a:t>5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01063237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73E102-1A30-31FA-CE9B-FA01C8D1D8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>
            <a:extLst>
              <a:ext uri="{FF2B5EF4-FFF2-40B4-BE49-F238E27FC236}">
                <a16:creationId xmlns:a16="http://schemas.microsoft.com/office/drawing/2014/main" id="{44DD33A0-4AA8-189C-1DDE-0891414BE7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Pladsholder til noter 2">
            <a:extLst>
              <a:ext uri="{FF2B5EF4-FFF2-40B4-BE49-F238E27FC236}">
                <a16:creationId xmlns:a16="http://schemas.microsoft.com/office/drawing/2014/main" id="{830CF9C4-41ED-982A-26AE-83D32C18B8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3B74FBDF-8EAC-F21A-6EC0-C727D376442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ECF9C7-D1BA-425F-9524-4BF3E367B98B}" type="slidenum">
              <a:rPr lang="da-DK" smtClean="0"/>
              <a:t>6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85342601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E0A878-4EF0-D9D2-0F0D-72890147A3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>
            <a:extLst>
              <a:ext uri="{FF2B5EF4-FFF2-40B4-BE49-F238E27FC236}">
                <a16:creationId xmlns:a16="http://schemas.microsoft.com/office/drawing/2014/main" id="{93A995BD-B5FE-C29A-6945-2A51A9ABE3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Pladsholder til noter 2">
            <a:extLst>
              <a:ext uri="{FF2B5EF4-FFF2-40B4-BE49-F238E27FC236}">
                <a16:creationId xmlns:a16="http://schemas.microsoft.com/office/drawing/2014/main" id="{72A8F5AB-8C5A-ED81-D1D2-5B4958BB07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48ED3D17-C040-14AF-68B2-0CAE0831AC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ECF9C7-D1BA-425F-9524-4BF3E367B98B}" type="slidenum">
              <a:rPr lang="da-DK" smtClean="0"/>
              <a:t>7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57205404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1FBCC2-0DCD-D11F-15C6-B68CF6011F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>
            <a:extLst>
              <a:ext uri="{FF2B5EF4-FFF2-40B4-BE49-F238E27FC236}">
                <a16:creationId xmlns:a16="http://schemas.microsoft.com/office/drawing/2014/main" id="{190ECB86-EDC8-4967-B085-2F88FF416C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Pladsholder til noter 2">
            <a:extLst>
              <a:ext uri="{FF2B5EF4-FFF2-40B4-BE49-F238E27FC236}">
                <a16:creationId xmlns:a16="http://schemas.microsoft.com/office/drawing/2014/main" id="{BBCF65EE-D7C1-5ED4-A665-9BB92CD8C2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43D852D7-3DA7-14EF-8720-5083AAEAD6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ECF9C7-D1BA-425F-9524-4BF3E367B98B}" type="slidenum">
              <a:rPr lang="da-DK" smtClean="0"/>
              <a:t>8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91194625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24DB2D-FE9F-1F5A-BEAB-D8F7F9B08B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>
            <a:extLst>
              <a:ext uri="{FF2B5EF4-FFF2-40B4-BE49-F238E27FC236}">
                <a16:creationId xmlns:a16="http://schemas.microsoft.com/office/drawing/2014/main" id="{C903CBEB-81A6-1E12-9A1A-14F7296BF7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Pladsholder til noter 2">
            <a:extLst>
              <a:ext uri="{FF2B5EF4-FFF2-40B4-BE49-F238E27FC236}">
                <a16:creationId xmlns:a16="http://schemas.microsoft.com/office/drawing/2014/main" id="{20B03B1E-A11C-A943-A6BA-CF1DCC4709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25838A17-2330-320A-756F-13D1C9B8641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ECF9C7-D1BA-425F-9524-4BF3E367B98B}" type="slidenum">
              <a:rPr lang="da-DK" smtClean="0"/>
              <a:t>8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09795783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FAB35E-0683-17DD-7DD9-045F4CE4E1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>
            <a:extLst>
              <a:ext uri="{FF2B5EF4-FFF2-40B4-BE49-F238E27FC236}">
                <a16:creationId xmlns:a16="http://schemas.microsoft.com/office/drawing/2014/main" id="{C765AC94-4CA3-0807-9C44-3C3C0D0E27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Pladsholder til noter 2">
            <a:extLst>
              <a:ext uri="{FF2B5EF4-FFF2-40B4-BE49-F238E27FC236}">
                <a16:creationId xmlns:a16="http://schemas.microsoft.com/office/drawing/2014/main" id="{4D85C23E-4E51-8517-BACC-5F5A552013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15050D73-C95A-613A-A673-545BFEB9A73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ECF9C7-D1BA-425F-9524-4BF3E367B98B}" type="slidenum">
              <a:rPr lang="da-DK" smtClean="0"/>
              <a:t>9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97859836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5585F0-33F9-17D5-71F1-BC2612F0A6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>
            <a:extLst>
              <a:ext uri="{FF2B5EF4-FFF2-40B4-BE49-F238E27FC236}">
                <a16:creationId xmlns:a16="http://schemas.microsoft.com/office/drawing/2014/main" id="{56CFA638-2428-8A92-AECE-44B58B4DB9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Pladsholder til noter 2">
            <a:extLst>
              <a:ext uri="{FF2B5EF4-FFF2-40B4-BE49-F238E27FC236}">
                <a16:creationId xmlns:a16="http://schemas.microsoft.com/office/drawing/2014/main" id="{421BB4EA-81DD-A829-1E83-89FFD1B7EB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3F86050F-BD85-BA7C-A1FC-0258AB418F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ECF9C7-D1BA-425F-9524-4BF3E367B98B}" type="slidenum">
              <a:rPr lang="da-DK" smtClean="0"/>
              <a:t>10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77887271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9644D3-48E5-E228-284F-E463A64116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>
            <a:extLst>
              <a:ext uri="{FF2B5EF4-FFF2-40B4-BE49-F238E27FC236}">
                <a16:creationId xmlns:a16="http://schemas.microsoft.com/office/drawing/2014/main" id="{9BE183BD-D7B0-6027-822C-9F2F55C754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Pladsholder til noter 2">
            <a:extLst>
              <a:ext uri="{FF2B5EF4-FFF2-40B4-BE49-F238E27FC236}">
                <a16:creationId xmlns:a16="http://schemas.microsoft.com/office/drawing/2014/main" id="{D4AF025A-8DCD-A552-555D-0BF9055D8A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A1AC8BF8-3FCB-E021-72AC-45909BEE18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ECF9C7-D1BA-425F-9524-4BF3E367B98B}" type="slidenum">
              <a:rPr lang="da-DK" smtClean="0"/>
              <a:t>11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09187224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AE429C-AF07-9980-48D6-0032F73EA0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>
            <a:extLst>
              <a:ext uri="{FF2B5EF4-FFF2-40B4-BE49-F238E27FC236}">
                <a16:creationId xmlns:a16="http://schemas.microsoft.com/office/drawing/2014/main" id="{A345C939-4539-93B7-8CF1-7796DB63C0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Pladsholder til noter 2">
            <a:extLst>
              <a:ext uri="{FF2B5EF4-FFF2-40B4-BE49-F238E27FC236}">
                <a16:creationId xmlns:a16="http://schemas.microsoft.com/office/drawing/2014/main" id="{E1BF1C36-4F4E-6838-6722-160E38FC8F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51787E28-F7F0-E5C1-2381-4D31DDCCA1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ECF9C7-D1BA-425F-9524-4BF3E367B98B}" type="slidenum">
              <a:rPr lang="da-DK" smtClean="0"/>
              <a:t>12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511438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2DFEBFF-7A55-6A26-1B55-31D89164B6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Undertitel 2">
            <a:extLst>
              <a:ext uri="{FF2B5EF4-FFF2-40B4-BE49-F238E27FC236}">
                <a16:creationId xmlns:a16="http://schemas.microsoft.com/office/drawing/2014/main" id="{9495899B-CD02-6AA9-DF41-724DD5A7A7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a-DK"/>
              <a:t>Klik for at redigere undertiteltypografien i masteren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C4199BCB-1B71-C947-B591-D646D7BA39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E332E6-F494-4368-97C1-514ABDFF7489}" type="datetime1">
              <a:rPr lang="da-DK" smtClean="0"/>
              <a:t>14-04-2026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F41D043E-8A77-47F9-4693-23D3217A0E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8697C2FE-321E-E181-5853-B2A4DD84D4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F56B02-4AF6-4FAD-8624-917FD1E581F9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322135078"/>
      </p:ext>
    </p:extLst>
  </p:cSld>
  <p:clrMapOvr>
    <a:masterClrMapping/>
  </p:clrMapOvr>
  <p:transition spd="slow">
    <p:push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91D0CDC-CECC-54E1-DA3E-104DC91553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C38B14A5-8C46-C634-1813-51EA4B8DDA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21E2CC94-0AF7-2B58-CE1C-E40146EE71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B7D05-3B1B-476A-93CE-8E1927AA511B}" type="datetime1">
              <a:rPr lang="da-DK" smtClean="0"/>
              <a:t>14-04-2026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E8F41E05-CFC5-DB17-012C-CF77342786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58972367-2D8B-CDC4-E6F6-395580F7B7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F56B02-4AF6-4FAD-8624-917FD1E581F9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66263020"/>
      </p:ext>
    </p:extLst>
  </p:cSld>
  <p:clrMapOvr>
    <a:masterClrMapping/>
  </p:clrMapOvr>
  <p:transition spd="slow">
    <p:push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fsnits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B352474-76BA-4C4D-D9AB-814801F452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17DA833F-30BC-7E38-F5B5-BCA729D44A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5FD86313-E12F-7CE9-BBCB-6520EDF58E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2861A2-E5BC-4A90-8F05-1A960DB8C22A}" type="datetime1">
              <a:rPr lang="da-DK" smtClean="0"/>
              <a:t>14-04-2026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DEA54902-4605-5ED6-75EC-ED4DB2E03F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22B4A159-C3C0-51E1-32B7-EEA5A29102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F56B02-4AF6-4FAD-8624-917FD1E581F9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185002080"/>
      </p:ext>
    </p:extLst>
  </p:cSld>
  <p:clrMapOvr>
    <a:masterClrMapping/>
  </p:clrMapOvr>
  <p:transition spd="slow">
    <p:push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dholdsobje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A58863B-CBA4-4F52-0D4A-297B80B581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8D8BAEC8-EE09-53B6-D595-50E1A768B43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indhold 3">
            <a:extLst>
              <a:ext uri="{FF2B5EF4-FFF2-40B4-BE49-F238E27FC236}">
                <a16:creationId xmlns:a16="http://schemas.microsoft.com/office/drawing/2014/main" id="{02C9B15A-AF2F-5A1B-F32E-4E81ADEF3C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7DBE642F-0498-3FE2-8376-7D38EDCAB7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8023AE-8A67-41E3-AD31-4F52660CDCC3}" type="datetime1">
              <a:rPr lang="da-DK" smtClean="0"/>
              <a:t>14-04-2026</a:t>
            </a:fld>
            <a:endParaRPr lang="da-DK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5CE9EB19-2077-883B-DB2D-A070A11D5D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E7357521-A00E-B2A1-F457-D948D00CD6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F56B02-4AF6-4FAD-8624-917FD1E581F9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926498022"/>
      </p:ext>
    </p:extLst>
  </p:cSld>
  <p:clrMapOvr>
    <a:masterClrMapping/>
  </p:clrMapOvr>
  <p:transition spd="slow">
    <p:push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A005213-12AE-6CD4-FFBA-5AE2B27DB8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F553E986-3354-792E-C1ED-8002655BB1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Pladsholder til indhold 3">
            <a:extLst>
              <a:ext uri="{FF2B5EF4-FFF2-40B4-BE49-F238E27FC236}">
                <a16:creationId xmlns:a16="http://schemas.microsoft.com/office/drawing/2014/main" id="{9374ABBD-AEC1-6E9C-7D0B-23501475D5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5" name="Pladsholder til tekst 4">
            <a:extLst>
              <a:ext uri="{FF2B5EF4-FFF2-40B4-BE49-F238E27FC236}">
                <a16:creationId xmlns:a16="http://schemas.microsoft.com/office/drawing/2014/main" id="{D46F4983-8FD9-D9B0-F94D-D9977C6EAC6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6" name="Pladsholder til indhold 5">
            <a:extLst>
              <a:ext uri="{FF2B5EF4-FFF2-40B4-BE49-F238E27FC236}">
                <a16:creationId xmlns:a16="http://schemas.microsoft.com/office/drawing/2014/main" id="{4BC184DD-E7C0-B482-49DF-377C47F477E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7" name="Pladsholder til dato 6">
            <a:extLst>
              <a:ext uri="{FF2B5EF4-FFF2-40B4-BE49-F238E27FC236}">
                <a16:creationId xmlns:a16="http://schemas.microsoft.com/office/drawing/2014/main" id="{B7BBEC05-03DB-5CF6-82AB-5BCA869034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9559C-0F19-43C8-A1E5-CF6E5F861D21}" type="datetime1">
              <a:rPr lang="da-DK" smtClean="0"/>
              <a:t>14-04-2026</a:t>
            </a:fld>
            <a:endParaRPr lang="da-DK"/>
          </a:p>
        </p:txBody>
      </p:sp>
      <p:sp>
        <p:nvSpPr>
          <p:cNvPr id="8" name="Pladsholder til sidefod 7">
            <a:extLst>
              <a:ext uri="{FF2B5EF4-FFF2-40B4-BE49-F238E27FC236}">
                <a16:creationId xmlns:a16="http://schemas.microsoft.com/office/drawing/2014/main" id="{E1204539-29EF-5B9B-C772-B8CE0DD317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9" name="Pladsholder til slidenummer 8">
            <a:extLst>
              <a:ext uri="{FF2B5EF4-FFF2-40B4-BE49-F238E27FC236}">
                <a16:creationId xmlns:a16="http://schemas.microsoft.com/office/drawing/2014/main" id="{A9D6AFCC-1B31-EF0E-4A00-B5CA1F7FF9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F56B02-4AF6-4FAD-8624-917FD1E581F9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818230576"/>
      </p:ext>
    </p:extLst>
  </p:cSld>
  <p:clrMapOvr>
    <a:masterClrMapping/>
  </p:clrMapOvr>
  <p:transition spd="slow">
    <p:push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Ku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571010A-D2F8-E0E3-B5A7-568E9D2486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dato 2">
            <a:extLst>
              <a:ext uri="{FF2B5EF4-FFF2-40B4-BE49-F238E27FC236}">
                <a16:creationId xmlns:a16="http://schemas.microsoft.com/office/drawing/2014/main" id="{6A7B4F3B-2F00-43D0-081D-1A3850CE35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E7C2D-85D7-4702-B890-702C36AE9128}" type="datetime1">
              <a:rPr lang="da-DK" smtClean="0"/>
              <a:t>14-04-2026</a:t>
            </a:fld>
            <a:endParaRPr lang="da-DK"/>
          </a:p>
        </p:txBody>
      </p:sp>
      <p:sp>
        <p:nvSpPr>
          <p:cNvPr id="4" name="Pladsholder til sidefod 3">
            <a:extLst>
              <a:ext uri="{FF2B5EF4-FFF2-40B4-BE49-F238E27FC236}">
                <a16:creationId xmlns:a16="http://schemas.microsoft.com/office/drawing/2014/main" id="{D28B372C-C89A-D870-1E08-C57FEF5303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5" name="Pladsholder til slidenummer 4">
            <a:extLst>
              <a:ext uri="{FF2B5EF4-FFF2-40B4-BE49-F238E27FC236}">
                <a16:creationId xmlns:a16="http://schemas.microsoft.com/office/drawing/2014/main" id="{9F798EBC-A9C5-D03D-C701-B7019C0F43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F56B02-4AF6-4FAD-8624-917FD1E581F9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432738539"/>
      </p:ext>
    </p:extLst>
  </p:cSld>
  <p:clrMapOvr>
    <a:masterClrMapping/>
  </p:clrMapOvr>
  <p:transition spd="slow">
    <p:push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dato 1">
            <a:extLst>
              <a:ext uri="{FF2B5EF4-FFF2-40B4-BE49-F238E27FC236}">
                <a16:creationId xmlns:a16="http://schemas.microsoft.com/office/drawing/2014/main" id="{D6CF1503-063B-FB97-8A34-62253DB64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65CFEA-B7AB-4D9B-AC35-1CF9136F942B}" type="datetime1">
              <a:rPr lang="da-DK" smtClean="0"/>
              <a:t>14-04-2026</a:t>
            </a:fld>
            <a:endParaRPr lang="da-DK"/>
          </a:p>
        </p:txBody>
      </p:sp>
      <p:sp>
        <p:nvSpPr>
          <p:cNvPr id="3" name="Pladsholder til sidefod 2">
            <a:extLst>
              <a:ext uri="{FF2B5EF4-FFF2-40B4-BE49-F238E27FC236}">
                <a16:creationId xmlns:a16="http://schemas.microsoft.com/office/drawing/2014/main" id="{857DA6F2-AD34-F48C-60ED-C3D25317F2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7C23836C-C589-B82E-6EF4-6D1B965318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F56B02-4AF6-4FAD-8624-917FD1E581F9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305727517"/>
      </p:ext>
    </p:extLst>
  </p:cSld>
  <p:clrMapOvr>
    <a:masterClrMapping/>
  </p:clrMapOvr>
  <p:transition spd="slow">
    <p:push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dhold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E2A13FD-F290-ABD0-583C-D86F2F01BD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733DB6CF-F07F-CF3D-1FE8-FCCA16F436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tekst 3">
            <a:extLst>
              <a:ext uri="{FF2B5EF4-FFF2-40B4-BE49-F238E27FC236}">
                <a16:creationId xmlns:a16="http://schemas.microsoft.com/office/drawing/2014/main" id="{5DFA81D0-11AC-D379-1B88-52DEF0BDCA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104E80E5-E933-235C-A8BE-87A7A15E42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9761F-7661-47F8-BFAA-F3644C45B4F1}" type="datetime1">
              <a:rPr lang="da-DK" smtClean="0"/>
              <a:t>14-04-2026</a:t>
            </a:fld>
            <a:endParaRPr lang="da-DK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CA101950-0C00-FF5B-69DC-980B12DA6D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73D25D43-C01F-898E-947C-5B736C761F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F56B02-4AF6-4FAD-8624-917FD1E581F9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642376837"/>
      </p:ext>
    </p:extLst>
  </p:cSld>
  <p:clrMapOvr>
    <a:masterClrMapping/>
  </p:clrMapOvr>
  <p:transition spd="slow">
    <p:push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lede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1319ACE-65C4-F7C5-4A66-DC55D7EBD9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billede 2">
            <a:extLst>
              <a:ext uri="{FF2B5EF4-FFF2-40B4-BE49-F238E27FC236}">
                <a16:creationId xmlns:a16="http://schemas.microsoft.com/office/drawing/2014/main" id="{9D28E6C7-745A-C059-39B7-1556D55B672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a-DK"/>
              <a:t>Klik på ikonet for at tilføje et billede</a:t>
            </a:r>
          </a:p>
        </p:txBody>
      </p:sp>
      <p:sp>
        <p:nvSpPr>
          <p:cNvPr id="4" name="Pladsholder til tekst 3">
            <a:extLst>
              <a:ext uri="{FF2B5EF4-FFF2-40B4-BE49-F238E27FC236}">
                <a16:creationId xmlns:a16="http://schemas.microsoft.com/office/drawing/2014/main" id="{D6F7DDE0-5792-747A-A171-358F04CCEF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39378F4C-7B40-290E-AC0A-184C6480E0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636D1-A74B-4339-83DC-3AC10AF76DE8}" type="datetime1">
              <a:rPr lang="da-DK" smtClean="0"/>
              <a:t>14-04-2026</a:t>
            </a:fld>
            <a:endParaRPr lang="da-DK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DFD2CEF0-C2D3-A2EC-9FEC-365B7666B5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8058D538-9165-A2A6-084B-F285558064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F56B02-4AF6-4FAD-8624-917FD1E581F9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821592061"/>
      </p:ext>
    </p:extLst>
  </p:cSld>
  <p:clrMapOvr>
    <a:masterClrMapping/>
  </p:clrMapOvr>
  <p:transition spd="slow">
    <p:push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og lodre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371C54E-CE78-4B28-B5B7-2DE8942861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lodret titel 2">
            <a:extLst>
              <a:ext uri="{FF2B5EF4-FFF2-40B4-BE49-F238E27FC236}">
                <a16:creationId xmlns:a16="http://schemas.microsoft.com/office/drawing/2014/main" id="{F9CEADF7-990C-CDAA-F734-38FE4DCDC1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59051D0D-5089-530D-1512-4FF7477558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225F9-DCE1-48CF-A60C-3F140F9CBAD8}" type="datetime1">
              <a:rPr lang="da-DK" smtClean="0"/>
              <a:t>14-04-2026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C38BF7C9-5C1C-750C-0406-15788579ED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CC24D9CB-F416-6DB2-865F-95FCF2F5F7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F56B02-4AF6-4FAD-8624-917FD1E581F9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03065274"/>
      </p:ext>
    </p:extLst>
  </p:cSld>
  <p:clrMapOvr>
    <a:masterClrMapping/>
  </p:clrMapOvr>
  <p:transition spd="slow">
    <p:push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ret ti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dret titel 1">
            <a:extLst>
              <a:ext uri="{FF2B5EF4-FFF2-40B4-BE49-F238E27FC236}">
                <a16:creationId xmlns:a16="http://schemas.microsoft.com/office/drawing/2014/main" id="{320F32C6-976C-3B68-1B45-66A5A55DF4B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lodret titel 2">
            <a:extLst>
              <a:ext uri="{FF2B5EF4-FFF2-40B4-BE49-F238E27FC236}">
                <a16:creationId xmlns:a16="http://schemas.microsoft.com/office/drawing/2014/main" id="{9786DBCD-D3C8-A4F6-9AF9-B80738A064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A2E276A2-1D23-D8B7-D3C3-5D705AAF87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6374F6-BA4E-45BD-9299-F0B4D2AEB753}" type="datetime1">
              <a:rPr lang="da-DK" smtClean="0"/>
              <a:t>14-04-2026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ACED4DE2-4ACE-1171-1470-2FECF5A8D6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F0986D5C-E4C1-0598-07C7-8B0BA41626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F56B02-4AF6-4FAD-8624-917FD1E581F9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475771229"/>
      </p:ext>
    </p:extLst>
  </p:cSld>
  <p:clrMapOvr>
    <a:masterClrMapping/>
  </p:clrMapOvr>
  <p:transition spd="slow">
    <p:push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titel 1">
            <a:extLst>
              <a:ext uri="{FF2B5EF4-FFF2-40B4-BE49-F238E27FC236}">
                <a16:creationId xmlns:a16="http://schemas.microsoft.com/office/drawing/2014/main" id="{AE5C346D-711A-32D0-673C-BBF51D5094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B849FE7A-F6F6-525C-3BDD-A633F3EC60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6752E26C-0C81-374F-B5FD-95BDD09FC0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6099E16-850A-47CB-B103-1048DBDB4CCB}" type="datetime1">
              <a:rPr lang="da-DK" smtClean="0"/>
              <a:t>14-04-2026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99EEC06D-D19C-449A-EEE9-139DFA066E7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BA5664C8-FB83-198F-9DC5-E27BAB831A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BF56B02-4AF6-4FAD-8624-917FD1E581F9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0998768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push/>
  </p:transition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a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hpc.dtu.dk/?page_id=5580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B5EB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7F48179-DE7C-7D65-D53F-F1BEFF1729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ktangel 7">
            <a:extLst>
              <a:ext uri="{FF2B5EF4-FFF2-40B4-BE49-F238E27FC236}">
                <a16:creationId xmlns:a16="http://schemas.microsoft.com/office/drawing/2014/main" id="{739CA70D-9BE0-0084-BAE1-3598C7B60C15}"/>
              </a:ext>
            </a:extLst>
          </p:cNvPr>
          <p:cNvSpPr/>
          <p:nvPr/>
        </p:nvSpPr>
        <p:spPr>
          <a:xfrm>
            <a:off x="229969" y="5820504"/>
            <a:ext cx="5285161" cy="734132"/>
          </a:xfrm>
          <a:prstGeom prst="rect">
            <a:avLst/>
          </a:prstGeom>
          <a:solidFill>
            <a:srgbClr val="3655A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3" name="Undertitel 2">
            <a:extLst>
              <a:ext uri="{FF2B5EF4-FFF2-40B4-BE49-F238E27FC236}">
                <a16:creationId xmlns:a16="http://schemas.microsoft.com/office/drawing/2014/main" id="{3C3DCE8A-3450-3756-F020-B8CA931B4C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8920" y="4767018"/>
            <a:ext cx="5514737" cy="734131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algn="l"/>
            <a:r>
              <a:rPr lang="en-US" sz="1900" b="1" noProof="0">
                <a:solidFill>
                  <a:srgbClr val="94A9DC"/>
                </a:solidFill>
              </a:rPr>
              <a:t>Bachelor project, 2026</a:t>
            </a:r>
          </a:p>
          <a:p>
            <a:pPr algn="l"/>
            <a:r>
              <a:rPr lang="en-US" sz="1900" b="1">
                <a:solidFill>
                  <a:srgbClr val="94A9DC"/>
                </a:solidFill>
              </a:rPr>
              <a:t>Meeting 5, date: 07-04-2026</a:t>
            </a:r>
          </a:p>
        </p:txBody>
      </p:sp>
      <p:pic>
        <p:nvPicPr>
          <p:cNvPr id="11" name="Billede 10" descr="Et billede, der indeholder Font/skrifttype, Grafik, logo, design&#10;&#10;AI-genereret indhold kan være ukorrekt.">
            <a:extLst>
              <a:ext uri="{FF2B5EF4-FFF2-40B4-BE49-F238E27FC236}">
                <a16:creationId xmlns:a16="http://schemas.microsoft.com/office/drawing/2014/main" id="{58A9BEA7-4018-11C6-E1EC-880A95898A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920" y="249258"/>
            <a:ext cx="538449" cy="769213"/>
          </a:xfrm>
          <a:prstGeom prst="rect">
            <a:avLst/>
          </a:prstGeom>
        </p:spPr>
      </p:pic>
      <p:sp>
        <p:nvSpPr>
          <p:cNvPr id="6" name="Titel 1">
            <a:extLst>
              <a:ext uri="{FF2B5EF4-FFF2-40B4-BE49-F238E27FC236}">
                <a16:creationId xmlns:a16="http://schemas.microsoft.com/office/drawing/2014/main" id="{C96A0BBB-BDA2-328E-E43F-B8A17B842215}"/>
              </a:ext>
            </a:extLst>
          </p:cNvPr>
          <p:cNvSpPr txBox="1">
            <a:spLocks/>
          </p:cNvSpPr>
          <p:nvPr/>
        </p:nvSpPr>
        <p:spPr>
          <a:xfrm>
            <a:off x="229969" y="5469149"/>
            <a:ext cx="3172076" cy="109779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200" b="1" noProof="0">
                <a:solidFill>
                  <a:srgbClr val="94A9DC"/>
                </a:solidFill>
              </a:rPr>
              <a:t>GROUP 3</a:t>
            </a:r>
          </a:p>
          <a:p>
            <a:pPr algn="l"/>
            <a:r>
              <a:rPr lang="en-US" sz="1200" b="1" noProof="0">
                <a:solidFill>
                  <a:srgbClr val="94A9DC"/>
                </a:solidFill>
              </a:rPr>
              <a:t>Eske Freiesleben</a:t>
            </a:r>
          </a:p>
          <a:p>
            <a:pPr algn="l"/>
            <a:r>
              <a:rPr lang="en-US" sz="1200" b="1" noProof="0">
                <a:solidFill>
                  <a:srgbClr val="94A9DC"/>
                </a:solidFill>
              </a:rPr>
              <a:t>Jacob Manniche</a:t>
            </a:r>
            <a:endParaRPr lang="en-US" sz="1200" noProof="0">
              <a:solidFill>
                <a:srgbClr val="94A9DC"/>
              </a:solidFill>
            </a:endParaRPr>
          </a:p>
          <a:p>
            <a:pPr algn="l"/>
            <a:r>
              <a:rPr lang="en-US" sz="1200" b="1" noProof="0">
                <a:solidFill>
                  <a:srgbClr val="94A9DC"/>
                </a:solidFill>
              </a:rPr>
              <a:t>J. Alfred Pedersen</a:t>
            </a:r>
          </a:p>
        </p:txBody>
      </p:sp>
      <p:sp>
        <p:nvSpPr>
          <p:cNvPr id="7" name="Titel 1">
            <a:extLst>
              <a:ext uri="{FF2B5EF4-FFF2-40B4-BE49-F238E27FC236}">
                <a16:creationId xmlns:a16="http://schemas.microsoft.com/office/drawing/2014/main" id="{57DD1288-530D-2107-76AC-2F6955790447}"/>
              </a:ext>
            </a:extLst>
          </p:cNvPr>
          <p:cNvSpPr txBox="1">
            <a:spLocks/>
          </p:cNvSpPr>
          <p:nvPr/>
        </p:nvSpPr>
        <p:spPr>
          <a:xfrm>
            <a:off x="3854296" y="5501149"/>
            <a:ext cx="1669953" cy="107318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sz="1200" b="1" noProof="0">
                <a:solidFill>
                  <a:srgbClr val="94A9DC"/>
                </a:solidFill>
              </a:rPr>
              <a:t>Student ID</a:t>
            </a:r>
            <a:endParaRPr lang="en-US" sz="1200" noProof="0">
              <a:solidFill>
                <a:srgbClr val="94A9DC"/>
              </a:solidFill>
            </a:endParaRPr>
          </a:p>
          <a:p>
            <a:pPr algn="r"/>
            <a:r>
              <a:rPr lang="en-US" sz="1200" b="1" noProof="0">
                <a:solidFill>
                  <a:srgbClr val="94A9DC"/>
                </a:solidFill>
              </a:rPr>
              <a:t>S234229</a:t>
            </a:r>
            <a:endParaRPr lang="en-US" sz="1200" noProof="0">
              <a:solidFill>
                <a:srgbClr val="94A9DC"/>
              </a:solidFill>
            </a:endParaRPr>
          </a:p>
          <a:p>
            <a:pPr algn="r"/>
            <a:r>
              <a:rPr lang="en-US" sz="1200" b="1" noProof="0">
                <a:solidFill>
                  <a:srgbClr val="94A9DC"/>
                </a:solidFill>
              </a:rPr>
              <a:t>S234258</a:t>
            </a:r>
            <a:endParaRPr lang="en-US" sz="1200" noProof="0">
              <a:solidFill>
                <a:srgbClr val="94A9DC"/>
              </a:solidFill>
            </a:endParaRPr>
          </a:p>
          <a:p>
            <a:pPr algn="r"/>
            <a:r>
              <a:rPr lang="en-US" sz="1200" b="1" noProof="0">
                <a:solidFill>
                  <a:srgbClr val="94A9DC"/>
                </a:solidFill>
              </a:rPr>
              <a:t>S230869</a:t>
            </a:r>
            <a:endParaRPr lang="en-US" sz="1200" noProof="0">
              <a:solidFill>
                <a:srgbClr val="94A9DC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56A5920-B537-C091-61E5-42EA09F8D89C}"/>
              </a:ext>
            </a:extLst>
          </p:cNvPr>
          <p:cNvSpPr/>
          <p:nvPr/>
        </p:nvSpPr>
        <p:spPr>
          <a:xfrm>
            <a:off x="6215908" y="366819"/>
            <a:ext cx="5611710" cy="6187817"/>
          </a:xfrm>
          <a:prstGeom prst="rect">
            <a:avLst/>
          </a:prstGeom>
          <a:solidFill>
            <a:srgbClr val="3655A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da-DK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noProof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AD4746D4-ECF6-A1C8-C827-186F51BB09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9968" y="2511598"/>
            <a:ext cx="7523548" cy="2247880"/>
          </a:xfrm>
        </p:spPr>
        <p:txBody>
          <a:bodyPr>
            <a:noAutofit/>
          </a:bodyPr>
          <a:lstStyle/>
          <a:p>
            <a:pPr algn="l"/>
            <a:br>
              <a:rPr lang="en-US" sz="4800" b="1" noProof="0"/>
            </a:br>
            <a:r>
              <a:rPr lang="en-US" sz="4800" b="1">
                <a:solidFill>
                  <a:schemeClr val="bg1"/>
                </a:solidFill>
              </a:rPr>
              <a:t>Working title: </a:t>
            </a:r>
            <a:br>
              <a:rPr lang="en-US" sz="4800" b="1">
                <a:solidFill>
                  <a:schemeClr val="bg1"/>
                </a:solidFill>
              </a:rPr>
            </a:br>
            <a:r>
              <a:rPr lang="en-US" sz="4800" b="1">
                <a:solidFill>
                  <a:schemeClr val="bg1"/>
                </a:solidFill>
              </a:rPr>
              <a:t>CFD</a:t>
            </a:r>
            <a:r>
              <a:rPr lang="en-US" sz="4800" b="1" noProof="0">
                <a:solidFill>
                  <a:schemeClr val="bg1"/>
                </a:solidFill>
              </a:rPr>
              <a:t> and ROM of Flow </a:t>
            </a:r>
            <a:br>
              <a:rPr lang="en-US" sz="4800" b="1" noProof="0"/>
            </a:br>
            <a:r>
              <a:rPr lang="en-US" sz="4800" b="1" noProof="0">
                <a:solidFill>
                  <a:schemeClr val="bg1"/>
                </a:solidFill>
              </a:rPr>
              <a:t>over a Golf Court</a:t>
            </a:r>
            <a:endParaRPr lang="en-US" sz="4400" b="1" noProof="0">
              <a:solidFill>
                <a:schemeClr val="bg1"/>
              </a:solidFill>
            </a:endParaRPr>
          </a:p>
        </p:txBody>
      </p:sp>
      <p:sp>
        <p:nvSpPr>
          <p:cNvPr id="4" name="Tekstfelt 3">
            <a:extLst>
              <a:ext uri="{FF2B5EF4-FFF2-40B4-BE49-F238E27FC236}">
                <a16:creationId xmlns:a16="http://schemas.microsoft.com/office/drawing/2014/main" id="{32566417-13F7-C252-C7EA-202A4DBC891F}"/>
              </a:ext>
            </a:extLst>
          </p:cNvPr>
          <p:cNvSpPr txBox="1"/>
          <p:nvPr/>
        </p:nvSpPr>
        <p:spPr>
          <a:xfrm>
            <a:off x="4826000" y="321900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796337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B2206BC-1FF2-75AF-753C-A2E4FBF246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ktangel: afrundede hjørner 11">
            <a:extLst>
              <a:ext uri="{FF2B5EF4-FFF2-40B4-BE49-F238E27FC236}">
                <a16:creationId xmlns:a16="http://schemas.microsoft.com/office/drawing/2014/main" id="{FCA34A90-8126-A9A9-2EB5-8E4850EC78B0}"/>
              </a:ext>
            </a:extLst>
          </p:cNvPr>
          <p:cNvSpPr/>
          <p:nvPr/>
        </p:nvSpPr>
        <p:spPr>
          <a:xfrm>
            <a:off x="213360" y="361542"/>
            <a:ext cx="11765280" cy="581420"/>
          </a:xfrm>
          <a:prstGeom prst="roundRect">
            <a:avLst/>
          </a:prstGeom>
          <a:solidFill>
            <a:srgbClr val="3B5E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8C52BDFD-3BB6-F0F7-8985-623067D732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3360" y="281412"/>
            <a:ext cx="11765280" cy="741680"/>
          </a:xfrm>
        </p:spPr>
        <p:txBody>
          <a:bodyPr>
            <a:normAutofit fontScale="90000"/>
          </a:bodyPr>
          <a:lstStyle/>
          <a:p>
            <a:pPr algn="l"/>
            <a:r>
              <a:rPr lang="en-US" sz="4800" b="1">
                <a:solidFill>
                  <a:schemeClr val="bg1"/>
                </a:solidFill>
              </a:rPr>
              <a:t>Table of contents</a:t>
            </a:r>
            <a:endParaRPr lang="en-US" sz="4800" b="1" noProof="0">
              <a:solidFill>
                <a:schemeClr val="bg1"/>
              </a:solidFill>
            </a:endParaRPr>
          </a:p>
        </p:txBody>
      </p:sp>
      <p:sp>
        <p:nvSpPr>
          <p:cNvPr id="5" name="Rektangel 4">
            <a:extLst>
              <a:ext uri="{FF2B5EF4-FFF2-40B4-BE49-F238E27FC236}">
                <a16:creationId xmlns:a16="http://schemas.microsoft.com/office/drawing/2014/main" id="{FE5A6319-58CE-B124-30E1-0C064A96929B}"/>
              </a:ext>
            </a:extLst>
          </p:cNvPr>
          <p:cNvSpPr/>
          <p:nvPr/>
        </p:nvSpPr>
        <p:spPr>
          <a:xfrm>
            <a:off x="0" y="6315035"/>
            <a:ext cx="12192000" cy="562708"/>
          </a:xfrm>
          <a:prstGeom prst="rect">
            <a:avLst/>
          </a:prstGeom>
          <a:solidFill>
            <a:srgbClr val="3B5E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" name="Tekstfelt 7">
            <a:extLst>
              <a:ext uri="{FF2B5EF4-FFF2-40B4-BE49-F238E27FC236}">
                <a16:creationId xmlns:a16="http://schemas.microsoft.com/office/drawing/2014/main" id="{316F2C42-D2D3-621B-A470-C0CB61B33DDD}"/>
              </a:ext>
            </a:extLst>
          </p:cNvPr>
          <p:cNvSpPr txBox="1"/>
          <p:nvPr/>
        </p:nvSpPr>
        <p:spPr>
          <a:xfrm>
            <a:off x="0" y="6334780"/>
            <a:ext cx="5598160" cy="52322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1400" noProof="0">
                <a:solidFill>
                  <a:srgbClr val="D6E1E1"/>
                </a:solidFill>
              </a:rPr>
              <a:t>Bachelor project: </a:t>
            </a:r>
          </a:p>
          <a:p>
            <a:r>
              <a:rPr lang="en-US" sz="1400" b="1" noProof="0">
                <a:solidFill>
                  <a:srgbClr val="D6E1E1"/>
                </a:solidFill>
              </a:rPr>
              <a:t>CFD and ROM of Flow over a Golf Court</a:t>
            </a:r>
            <a:endParaRPr lang="en-US" sz="1400" noProof="0">
              <a:solidFill>
                <a:srgbClr val="D6E1E1"/>
              </a:solidFill>
            </a:endParaRPr>
          </a:p>
        </p:txBody>
      </p:sp>
      <p:sp>
        <p:nvSpPr>
          <p:cNvPr id="9" name="Rektangel 8">
            <a:extLst>
              <a:ext uri="{FF2B5EF4-FFF2-40B4-BE49-F238E27FC236}">
                <a16:creationId xmlns:a16="http://schemas.microsoft.com/office/drawing/2014/main" id="{FEFD2821-04ED-B3D6-AC8E-AC40AB754B24}"/>
              </a:ext>
            </a:extLst>
          </p:cNvPr>
          <p:cNvSpPr/>
          <p:nvPr/>
        </p:nvSpPr>
        <p:spPr>
          <a:xfrm>
            <a:off x="0" y="0"/>
            <a:ext cx="12192000" cy="162560"/>
          </a:xfrm>
          <a:prstGeom prst="rect">
            <a:avLst/>
          </a:prstGeom>
          <a:solidFill>
            <a:srgbClr val="3B5E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1" name="Pladsholder til slidenummer 10">
            <a:extLst>
              <a:ext uri="{FF2B5EF4-FFF2-40B4-BE49-F238E27FC236}">
                <a16:creationId xmlns:a16="http://schemas.microsoft.com/office/drawing/2014/main" id="{C6A5359B-E879-8F19-F543-84A1F9A68A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77680" y="6413826"/>
            <a:ext cx="2743200" cy="365125"/>
          </a:xfrm>
        </p:spPr>
        <p:txBody>
          <a:bodyPr/>
          <a:lstStyle/>
          <a:p>
            <a:fld id="{4BF56B02-4AF6-4FAD-8624-917FD1E581F9}" type="slidenum">
              <a:rPr lang="en-US" sz="1600" b="1" noProof="0" smtClean="0">
                <a:solidFill>
                  <a:srgbClr val="D6E1E1"/>
                </a:solidFill>
              </a:rPr>
              <a:t>2</a:t>
            </a:fld>
            <a:endParaRPr lang="en-US" b="1" noProof="0">
              <a:solidFill>
                <a:srgbClr val="D6E1E1"/>
              </a:solidFill>
            </a:endParaRPr>
          </a:p>
        </p:txBody>
      </p:sp>
      <p:sp>
        <p:nvSpPr>
          <p:cNvPr id="4" name="Tekstfelt 3">
            <a:extLst>
              <a:ext uri="{FF2B5EF4-FFF2-40B4-BE49-F238E27FC236}">
                <a16:creationId xmlns:a16="http://schemas.microsoft.com/office/drawing/2014/main" id="{FA9FFD4E-F14B-ACB1-BABF-C84178B17462}"/>
              </a:ext>
            </a:extLst>
          </p:cNvPr>
          <p:cNvSpPr txBox="1"/>
          <p:nvPr/>
        </p:nvSpPr>
        <p:spPr>
          <a:xfrm>
            <a:off x="213360" y="1103222"/>
            <a:ext cx="11765279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/>
              <a:t>3: NDA</a:t>
            </a:r>
            <a:r>
              <a:rPr lang="en-GB" sz="2000"/>
              <a:t> -</a:t>
            </a:r>
            <a:r>
              <a:rPr lang="en-GB" sz="2000" b="1"/>
              <a:t> </a:t>
            </a:r>
            <a:r>
              <a:rPr lang="en-GB" sz="2000"/>
              <a:t>NDAs has been signed and sent to Trackman</a:t>
            </a:r>
          </a:p>
          <a:p>
            <a:r>
              <a:rPr lang="en-GB" sz="2000" b="1"/>
              <a:t>4: Research questions</a:t>
            </a:r>
            <a:r>
              <a:rPr lang="en-GB" sz="2000"/>
              <a:t> – Three core and one extra research questions have been formulated</a:t>
            </a:r>
            <a:endParaRPr lang="en-GB" sz="2000" b="1"/>
          </a:p>
          <a:p>
            <a:r>
              <a:rPr lang="en-GB" sz="2000" b="1"/>
              <a:t>5: Structure </a:t>
            </a:r>
            <a:r>
              <a:rPr lang="en-GB" sz="2000"/>
              <a:t>-</a:t>
            </a:r>
            <a:r>
              <a:rPr lang="en-GB" sz="2000" b="1"/>
              <a:t> </a:t>
            </a:r>
            <a:r>
              <a:rPr lang="en-GB" sz="2000"/>
              <a:t>Structure update including our estimate of a step-by-step approach and updated GANT</a:t>
            </a:r>
          </a:p>
          <a:p>
            <a:r>
              <a:rPr lang="en-GB" sz="2000" b="1"/>
              <a:t>6: G-bar/HPC</a:t>
            </a:r>
            <a:r>
              <a:rPr lang="en-GB" sz="2000"/>
              <a:t> – Status update</a:t>
            </a:r>
          </a:p>
          <a:p>
            <a:r>
              <a:rPr lang="en-GB" sz="2000" b="1"/>
              <a:t>7: Trajectory model</a:t>
            </a:r>
            <a:r>
              <a:rPr lang="en-GB" sz="2000"/>
              <a:t> – Trajectory model status and demo</a:t>
            </a:r>
          </a:p>
          <a:p>
            <a:r>
              <a:rPr lang="en-GB" sz="2000" b="1"/>
              <a:t>8-13: Structure update</a:t>
            </a:r>
            <a:r>
              <a:rPr lang="en-GB" sz="2000"/>
              <a:t> – Walk through of current structure for the project</a:t>
            </a:r>
            <a:endParaRPr lang="en-GB" sz="2000" b="1"/>
          </a:p>
          <a:p>
            <a:endParaRPr lang="en-GB" sz="2000" i="1"/>
          </a:p>
        </p:txBody>
      </p:sp>
    </p:spTree>
    <p:extLst>
      <p:ext uri="{BB962C8B-B14F-4D97-AF65-F5344CB8AC3E}">
        <p14:creationId xmlns:p14="http://schemas.microsoft.com/office/powerpoint/2010/main" val="16525930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7CD62BE-1985-9C92-8428-46CB89567C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ktangel: afrundede hjørner 11">
            <a:extLst>
              <a:ext uri="{FF2B5EF4-FFF2-40B4-BE49-F238E27FC236}">
                <a16:creationId xmlns:a16="http://schemas.microsoft.com/office/drawing/2014/main" id="{44E3398B-5DE6-6D5A-C88C-90AAADB19960}"/>
              </a:ext>
            </a:extLst>
          </p:cNvPr>
          <p:cNvSpPr/>
          <p:nvPr/>
        </p:nvSpPr>
        <p:spPr>
          <a:xfrm>
            <a:off x="213360" y="361542"/>
            <a:ext cx="11765280" cy="581420"/>
          </a:xfrm>
          <a:prstGeom prst="roundRect">
            <a:avLst/>
          </a:prstGeom>
          <a:solidFill>
            <a:srgbClr val="3B5E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BCA23724-4114-51E6-689D-A1B498FCF2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3360" y="281412"/>
            <a:ext cx="11765280" cy="741680"/>
          </a:xfrm>
        </p:spPr>
        <p:txBody>
          <a:bodyPr>
            <a:normAutofit fontScale="90000"/>
          </a:bodyPr>
          <a:lstStyle/>
          <a:p>
            <a:pPr algn="l"/>
            <a:r>
              <a:rPr lang="en-US" sz="4800" b="1">
                <a:solidFill>
                  <a:schemeClr val="bg1"/>
                </a:solidFill>
              </a:rPr>
              <a:t>NDA</a:t>
            </a:r>
          </a:p>
        </p:txBody>
      </p:sp>
      <p:sp>
        <p:nvSpPr>
          <p:cNvPr id="5" name="Rektangel 4">
            <a:extLst>
              <a:ext uri="{FF2B5EF4-FFF2-40B4-BE49-F238E27FC236}">
                <a16:creationId xmlns:a16="http://schemas.microsoft.com/office/drawing/2014/main" id="{DB710F60-D336-0DAA-AF57-D33BA70AF5C0}"/>
              </a:ext>
            </a:extLst>
          </p:cNvPr>
          <p:cNvSpPr/>
          <p:nvPr/>
        </p:nvSpPr>
        <p:spPr>
          <a:xfrm>
            <a:off x="0" y="6295234"/>
            <a:ext cx="12192000" cy="562708"/>
          </a:xfrm>
          <a:prstGeom prst="rect">
            <a:avLst/>
          </a:prstGeom>
          <a:solidFill>
            <a:srgbClr val="3B5E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" name="Tekstfelt 7">
            <a:extLst>
              <a:ext uri="{FF2B5EF4-FFF2-40B4-BE49-F238E27FC236}">
                <a16:creationId xmlns:a16="http://schemas.microsoft.com/office/drawing/2014/main" id="{7A762D30-8FEF-12F6-F219-CAC5787BCF8E}"/>
              </a:ext>
            </a:extLst>
          </p:cNvPr>
          <p:cNvSpPr txBox="1"/>
          <p:nvPr/>
        </p:nvSpPr>
        <p:spPr>
          <a:xfrm>
            <a:off x="0" y="6334780"/>
            <a:ext cx="5598160" cy="52322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1400" noProof="0">
                <a:solidFill>
                  <a:srgbClr val="D6E1E1"/>
                </a:solidFill>
              </a:rPr>
              <a:t>Bachelor project: </a:t>
            </a:r>
          </a:p>
          <a:p>
            <a:r>
              <a:rPr lang="en-US" sz="1400" b="1" noProof="0">
                <a:solidFill>
                  <a:srgbClr val="D6E1E1"/>
                </a:solidFill>
              </a:rPr>
              <a:t>CFD and ROM of Flow over a Golf Court</a:t>
            </a:r>
            <a:endParaRPr lang="en-US" sz="1400" noProof="0">
              <a:solidFill>
                <a:srgbClr val="D6E1E1"/>
              </a:solidFill>
            </a:endParaRPr>
          </a:p>
        </p:txBody>
      </p:sp>
      <p:sp>
        <p:nvSpPr>
          <p:cNvPr id="9" name="Rektangel 8">
            <a:extLst>
              <a:ext uri="{FF2B5EF4-FFF2-40B4-BE49-F238E27FC236}">
                <a16:creationId xmlns:a16="http://schemas.microsoft.com/office/drawing/2014/main" id="{160F2A93-452F-4567-D85E-A2252BCAE0EB}"/>
              </a:ext>
            </a:extLst>
          </p:cNvPr>
          <p:cNvSpPr/>
          <p:nvPr/>
        </p:nvSpPr>
        <p:spPr>
          <a:xfrm>
            <a:off x="0" y="0"/>
            <a:ext cx="12192000" cy="162560"/>
          </a:xfrm>
          <a:prstGeom prst="rect">
            <a:avLst/>
          </a:prstGeom>
          <a:solidFill>
            <a:srgbClr val="3B5E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1" name="Pladsholder til slidenummer 10">
            <a:extLst>
              <a:ext uri="{FF2B5EF4-FFF2-40B4-BE49-F238E27FC236}">
                <a16:creationId xmlns:a16="http://schemas.microsoft.com/office/drawing/2014/main" id="{7366CF00-0466-DA8B-B46D-5A653A2DE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77680" y="6413826"/>
            <a:ext cx="2743200" cy="365125"/>
          </a:xfrm>
        </p:spPr>
        <p:txBody>
          <a:bodyPr/>
          <a:lstStyle/>
          <a:p>
            <a:fld id="{4BF56B02-4AF6-4FAD-8624-917FD1E581F9}" type="slidenum">
              <a:rPr lang="en-US" sz="1600" b="1" noProof="0" smtClean="0">
                <a:solidFill>
                  <a:srgbClr val="D6E1E1"/>
                </a:solidFill>
              </a:rPr>
              <a:t>3</a:t>
            </a:fld>
            <a:endParaRPr lang="en-US" b="1" noProof="0">
              <a:solidFill>
                <a:srgbClr val="D6E1E1"/>
              </a:solidFill>
            </a:endParaRPr>
          </a:p>
        </p:txBody>
      </p:sp>
      <p:sp>
        <p:nvSpPr>
          <p:cNvPr id="7" name="TextBox 5">
            <a:extLst>
              <a:ext uri="{FF2B5EF4-FFF2-40B4-BE49-F238E27FC236}">
                <a16:creationId xmlns:a16="http://schemas.microsoft.com/office/drawing/2014/main" id="{7C46B8B2-7727-C21A-EF5D-3DFD80BF5F9A}"/>
              </a:ext>
            </a:extLst>
          </p:cNvPr>
          <p:cNvSpPr txBox="1"/>
          <p:nvPr/>
        </p:nvSpPr>
        <p:spPr>
          <a:xfrm>
            <a:off x="248574" y="1219200"/>
            <a:ext cx="11730066" cy="224676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/>
              <a:t>NDA’s have been sent to trackman yesterday (06-04-2026)</a:t>
            </a:r>
          </a:p>
          <a:p>
            <a:endParaRPr lang="en-US" sz="2000" b="1"/>
          </a:p>
          <a:p>
            <a:r>
              <a:rPr lang="en-US" sz="2000"/>
              <a:t>With the following specifications;</a:t>
            </a:r>
          </a:p>
          <a:p>
            <a:endParaRPr lang="en-US" sz="2000" b="1"/>
          </a:p>
          <a:p>
            <a:r>
              <a:rPr lang="en-US" sz="2000" b="1"/>
              <a:t>Tentative project title: </a:t>
            </a:r>
            <a:r>
              <a:rPr lang="en-US" sz="2000" i="1"/>
              <a:t>CFD and ROM of Flow over a Golf Court</a:t>
            </a:r>
            <a:endParaRPr lang="en-US" sz="2000"/>
          </a:p>
          <a:p>
            <a:endParaRPr lang="en-US" sz="2000"/>
          </a:p>
          <a:p>
            <a:r>
              <a:rPr lang="en-US" sz="2000" b="1"/>
              <a:t>Project period: </a:t>
            </a:r>
            <a:r>
              <a:rPr lang="en-US" sz="2000"/>
              <a:t>16.03.2026 – 07.06.2026, which is twelve weeks total from the start date.</a:t>
            </a:r>
          </a:p>
        </p:txBody>
      </p:sp>
    </p:spTree>
    <p:extLst>
      <p:ext uri="{BB962C8B-B14F-4D97-AF65-F5344CB8AC3E}">
        <p14:creationId xmlns:p14="http://schemas.microsoft.com/office/powerpoint/2010/main" val="11977913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5EEA254-36E2-F6C3-10D2-8B7ED8EF91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ktangel: afrundede hjørner 11">
            <a:extLst>
              <a:ext uri="{FF2B5EF4-FFF2-40B4-BE49-F238E27FC236}">
                <a16:creationId xmlns:a16="http://schemas.microsoft.com/office/drawing/2014/main" id="{4E42E52F-03F7-EF4E-C84C-1E145D4AEA69}"/>
              </a:ext>
            </a:extLst>
          </p:cNvPr>
          <p:cNvSpPr/>
          <p:nvPr/>
        </p:nvSpPr>
        <p:spPr>
          <a:xfrm>
            <a:off x="213360" y="361542"/>
            <a:ext cx="11765280" cy="581420"/>
          </a:xfrm>
          <a:prstGeom prst="roundRect">
            <a:avLst/>
          </a:prstGeom>
          <a:solidFill>
            <a:srgbClr val="3B5E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B3CE0264-D26C-A9BE-530B-B506B89979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3360" y="281412"/>
            <a:ext cx="11765280" cy="741680"/>
          </a:xfrm>
        </p:spPr>
        <p:txBody>
          <a:bodyPr>
            <a:normAutofit fontScale="90000"/>
          </a:bodyPr>
          <a:lstStyle/>
          <a:p>
            <a:pPr algn="l"/>
            <a:r>
              <a:rPr lang="en-US" sz="4800" b="1">
                <a:solidFill>
                  <a:schemeClr val="bg1"/>
                </a:solidFill>
              </a:rPr>
              <a:t>Research questions </a:t>
            </a:r>
          </a:p>
        </p:txBody>
      </p:sp>
      <p:sp>
        <p:nvSpPr>
          <p:cNvPr id="5" name="Rektangel 4">
            <a:extLst>
              <a:ext uri="{FF2B5EF4-FFF2-40B4-BE49-F238E27FC236}">
                <a16:creationId xmlns:a16="http://schemas.microsoft.com/office/drawing/2014/main" id="{826C2E63-5C1D-E69B-79F1-F8DFD841711E}"/>
              </a:ext>
            </a:extLst>
          </p:cNvPr>
          <p:cNvSpPr/>
          <p:nvPr/>
        </p:nvSpPr>
        <p:spPr>
          <a:xfrm>
            <a:off x="0" y="6295234"/>
            <a:ext cx="12192000" cy="562708"/>
          </a:xfrm>
          <a:prstGeom prst="rect">
            <a:avLst/>
          </a:prstGeom>
          <a:solidFill>
            <a:srgbClr val="3B5E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" name="Tekstfelt 7">
            <a:extLst>
              <a:ext uri="{FF2B5EF4-FFF2-40B4-BE49-F238E27FC236}">
                <a16:creationId xmlns:a16="http://schemas.microsoft.com/office/drawing/2014/main" id="{DD2D33E3-B8B2-9E8C-BDDE-390979F2FD81}"/>
              </a:ext>
            </a:extLst>
          </p:cNvPr>
          <p:cNvSpPr txBox="1"/>
          <p:nvPr/>
        </p:nvSpPr>
        <p:spPr>
          <a:xfrm>
            <a:off x="0" y="6334780"/>
            <a:ext cx="5598160" cy="52322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1400" noProof="0">
                <a:solidFill>
                  <a:srgbClr val="D6E1E1"/>
                </a:solidFill>
              </a:rPr>
              <a:t>Bachelor project: </a:t>
            </a:r>
          </a:p>
          <a:p>
            <a:r>
              <a:rPr lang="en-US" sz="1400" b="1" noProof="0">
                <a:solidFill>
                  <a:srgbClr val="D6E1E1"/>
                </a:solidFill>
              </a:rPr>
              <a:t>CFD and ROM of Flow over a Golf Court</a:t>
            </a:r>
            <a:endParaRPr lang="en-US" sz="1400" noProof="0">
              <a:solidFill>
                <a:srgbClr val="D6E1E1"/>
              </a:solidFill>
            </a:endParaRPr>
          </a:p>
        </p:txBody>
      </p:sp>
      <p:sp>
        <p:nvSpPr>
          <p:cNvPr id="9" name="Rektangel 8">
            <a:extLst>
              <a:ext uri="{FF2B5EF4-FFF2-40B4-BE49-F238E27FC236}">
                <a16:creationId xmlns:a16="http://schemas.microsoft.com/office/drawing/2014/main" id="{DB3CDFBA-49D0-E2A6-FEF1-645B19686210}"/>
              </a:ext>
            </a:extLst>
          </p:cNvPr>
          <p:cNvSpPr/>
          <p:nvPr/>
        </p:nvSpPr>
        <p:spPr>
          <a:xfrm>
            <a:off x="0" y="0"/>
            <a:ext cx="12192000" cy="162560"/>
          </a:xfrm>
          <a:prstGeom prst="rect">
            <a:avLst/>
          </a:prstGeom>
          <a:solidFill>
            <a:srgbClr val="3B5E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1" name="Pladsholder til slidenummer 10">
            <a:extLst>
              <a:ext uri="{FF2B5EF4-FFF2-40B4-BE49-F238E27FC236}">
                <a16:creationId xmlns:a16="http://schemas.microsoft.com/office/drawing/2014/main" id="{323D23E1-C083-DC49-C2C1-D5CEA841D6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77680" y="6413826"/>
            <a:ext cx="2743200" cy="365125"/>
          </a:xfrm>
        </p:spPr>
        <p:txBody>
          <a:bodyPr/>
          <a:lstStyle/>
          <a:p>
            <a:fld id="{4BF56B02-4AF6-4FAD-8624-917FD1E581F9}" type="slidenum">
              <a:rPr lang="en-US" sz="1600" b="1" noProof="0" smtClean="0">
                <a:solidFill>
                  <a:srgbClr val="D6E1E1"/>
                </a:solidFill>
              </a:rPr>
              <a:t>4</a:t>
            </a:fld>
            <a:endParaRPr lang="en-US" b="1" noProof="0">
              <a:solidFill>
                <a:srgbClr val="D6E1E1"/>
              </a:solidFill>
            </a:endParaRPr>
          </a:p>
        </p:txBody>
      </p:sp>
      <p:sp>
        <p:nvSpPr>
          <p:cNvPr id="22" name="Tekstfelt 21">
            <a:extLst>
              <a:ext uri="{FF2B5EF4-FFF2-40B4-BE49-F238E27FC236}">
                <a16:creationId xmlns:a16="http://schemas.microsoft.com/office/drawing/2014/main" id="{1D5D4F7F-BE72-EC12-AFBA-AD58BF125878}"/>
              </a:ext>
            </a:extLst>
          </p:cNvPr>
          <p:cNvSpPr txBox="1"/>
          <p:nvPr/>
        </p:nvSpPr>
        <p:spPr>
          <a:xfrm>
            <a:off x="260984" y="1220225"/>
            <a:ext cx="11717655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/>
              <a:t>We have formulated the following three core research questions, along with a fourth which can be included if time allows.</a:t>
            </a:r>
          </a:p>
          <a:p>
            <a:endParaRPr lang="en-US" sz="2000" b="1"/>
          </a:p>
          <a:p>
            <a:pPr marL="514350" indent="-514350">
              <a:buAutoNum type="romanUcPeriod"/>
            </a:pPr>
            <a:r>
              <a:rPr lang="en-US" sz="2000"/>
              <a:t>What meaningful differences arise in trajectories when comparing static uniform wind fields and wind fields from RANS simulations, for standardized golf shots over flat terrain?</a:t>
            </a:r>
          </a:p>
          <a:p>
            <a:pPr marL="514350" indent="-514350">
              <a:buAutoNum type="romanUcPeriod"/>
            </a:pPr>
            <a:endParaRPr lang="en-US" sz="2000"/>
          </a:p>
          <a:p>
            <a:pPr marL="514350" indent="-514350">
              <a:buAutoNum type="romanUcPeriod"/>
            </a:pPr>
            <a:r>
              <a:rPr lang="en-US" sz="2000"/>
              <a:t>How do terrain features such as surface roughness, shallow hills and trees influence the wind and trajectory, including variations in wind veer?</a:t>
            </a:r>
          </a:p>
          <a:p>
            <a:pPr marL="514350" indent="-514350">
              <a:buAutoNum type="romanUcPeriod"/>
            </a:pPr>
            <a:endParaRPr lang="en-US" sz="2000"/>
          </a:p>
          <a:p>
            <a:pPr marL="514350" indent="-514350">
              <a:buAutoNum type="romanUcPeriod"/>
            </a:pPr>
            <a:r>
              <a:rPr lang="en-US" sz="2000"/>
              <a:t>What is the impact of varying wind conditions in a fairway corridor lined by tree lines on both sides?</a:t>
            </a:r>
          </a:p>
          <a:p>
            <a:pPr lvl="1"/>
            <a:endParaRPr lang="en-US" sz="2000">
              <a:solidFill>
                <a:srgbClr val="3B5EB7"/>
              </a:solidFill>
            </a:endParaRPr>
          </a:p>
          <a:p>
            <a:pPr marL="514350" indent="-514350">
              <a:buAutoNum type="romanUcPeriod"/>
            </a:pPr>
            <a:r>
              <a:rPr lang="en-US" sz="2000">
                <a:solidFill>
                  <a:srgbClr val="3B5EB7"/>
                </a:solidFill>
              </a:rPr>
              <a:t>Is there a meaningful impact on trajectory by including stochastic TKE-based variations to RANS simulated wind fields  </a:t>
            </a:r>
          </a:p>
        </p:txBody>
      </p:sp>
    </p:spTree>
    <p:extLst>
      <p:ext uri="{BB962C8B-B14F-4D97-AF65-F5344CB8AC3E}">
        <p14:creationId xmlns:p14="http://schemas.microsoft.com/office/powerpoint/2010/main" val="12008423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339B8B8-82A3-29FF-2DF7-D230A2AB27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ktangel: afrundede hjørner 11">
            <a:extLst>
              <a:ext uri="{FF2B5EF4-FFF2-40B4-BE49-F238E27FC236}">
                <a16:creationId xmlns:a16="http://schemas.microsoft.com/office/drawing/2014/main" id="{C96B5F0A-2310-038A-9F38-77D86C04F908}"/>
              </a:ext>
            </a:extLst>
          </p:cNvPr>
          <p:cNvSpPr/>
          <p:nvPr/>
        </p:nvSpPr>
        <p:spPr>
          <a:xfrm>
            <a:off x="213360" y="361542"/>
            <a:ext cx="11765280" cy="581420"/>
          </a:xfrm>
          <a:prstGeom prst="roundRect">
            <a:avLst/>
          </a:prstGeom>
          <a:solidFill>
            <a:srgbClr val="3B5E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6F064FA2-2AE3-39C5-4DB9-00B877C7D0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3360" y="281412"/>
            <a:ext cx="11765280" cy="741680"/>
          </a:xfrm>
        </p:spPr>
        <p:txBody>
          <a:bodyPr>
            <a:normAutofit fontScale="90000"/>
          </a:bodyPr>
          <a:lstStyle/>
          <a:p>
            <a:pPr algn="l"/>
            <a:r>
              <a:rPr lang="en-US" sz="4800" b="1">
                <a:solidFill>
                  <a:schemeClr val="bg1"/>
                </a:solidFill>
              </a:rPr>
              <a:t>Structure update: GANTT</a:t>
            </a:r>
          </a:p>
        </p:txBody>
      </p:sp>
      <p:sp>
        <p:nvSpPr>
          <p:cNvPr id="5" name="Rektangel 4">
            <a:extLst>
              <a:ext uri="{FF2B5EF4-FFF2-40B4-BE49-F238E27FC236}">
                <a16:creationId xmlns:a16="http://schemas.microsoft.com/office/drawing/2014/main" id="{8BFDEA8A-EB4A-F01F-603A-5B5294FC2C93}"/>
              </a:ext>
            </a:extLst>
          </p:cNvPr>
          <p:cNvSpPr/>
          <p:nvPr/>
        </p:nvSpPr>
        <p:spPr>
          <a:xfrm>
            <a:off x="0" y="6295234"/>
            <a:ext cx="12192000" cy="562708"/>
          </a:xfrm>
          <a:prstGeom prst="rect">
            <a:avLst/>
          </a:prstGeom>
          <a:solidFill>
            <a:srgbClr val="3B5E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" name="Tekstfelt 7">
            <a:extLst>
              <a:ext uri="{FF2B5EF4-FFF2-40B4-BE49-F238E27FC236}">
                <a16:creationId xmlns:a16="http://schemas.microsoft.com/office/drawing/2014/main" id="{A18BA284-8BB6-E366-C297-A04EE0E20215}"/>
              </a:ext>
            </a:extLst>
          </p:cNvPr>
          <p:cNvSpPr txBox="1"/>
          <p:nvPr/>
        </p:nvSpPr>
        <p:spPr>
          <a:xfrm>
            <a:off x="0" y="6334780"/>
            <a:ext cx="5598160" cy="52322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1400" noProof="0">
                <a:solidFill>
                  <a:srgbClr val="D6E1E1"/>
                </a:solidFill>
              </a:rPr>
              <a:t>Bachelor project: </a:t>
            </a:r>
          </a:p>
          <a:p>
            <a:r>
              <a:rPr lang="en-US" sz="1400" b="1" noProof="0">
                <a:solidFill>
                  <a:srgbClr val="D6E1E1"/>
                </a:solidFill>
              </a:rPr>
              <a:t>CFD and ROM of Flow over a Golf Court</a:t>
            </a:r>
            <a:endParaRPr lang="en-US" sz="1400" noProof="0">
              <a:solidFill>
                <a:srgbClr val="D6E1E1"/>
              </a:solidFill>
            </a:endParaRPr>
          </a:p>
        </p:txBody>
      </p:sp>
      <p:sp>
        <p:nvSpPr>
          <p:cNvPr id="9" name="Rektangel 8">
            <a:extLst>
              <a:ext uri="{FF2B5EF4-FFF2-40B4-BE49-F238E27FC236}">
                <a16:creationId xmlns:a16="http://schemas.microsoft.com/office/drawing/2014/main" id="{28F47A8B-FE7D-89CB-AA1E-463894F9B30B}"/>
              </a:ext>
            </a:extLst>
          </p:cNvPr>
          <p:cNvSpPr/>
          <p:nvPr/>
        </p:nvSpPr>
        <p:spPr>
          <a:xfrm>
            <a:off x="0" y="0"/>
            <a:ext cx="12192000" cy="162560"/>
          </a:xfrm>
          <a:prstGeom prst="rect">
            <a:avLst/>
          </a:prstGeom>
          <a:solidFill>
            <a:srgbClr val="3B5E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1" name="Pladsholder til slidenummer 10">
            <a:extLst>
              <a:ext uri="{FF2B5EF4-FFF2-40B4-BE49-F238E27FC236}">
                <a16:creationId xmlns:a16="http://schemas.microsoft.com/office/drawing/2014/main" id="{A083D169-2BF3-73C0-F29C-C85ED1F47A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77680" y="6413826"/>
            <a:ext cx="2743200" cy="365125"/>
          </a:xfrm>
        </p:spPr>
        <p:txBody>
          <a:bodyPr/>
          <a:lstStyle/>
          <a:p>
            <a:fld id="{4BF56B02-4AF6-4FAD-8624-917FD1E581F9}" type="slidenum">
              <a:rPr lang="en-US" sz="1600" b="1" noProof="0" smtClean="0">
                <a:solidFill>
                  <a:srgbClr val="D6E1E1"/>
                </a:solidFill>
              </a:rPr>
              <a:t>5</a:t>
            </a:fld>
            <a:endParaRPr lang="en-US" b="1" noProof="0">
              <a:solidFill>
                <a:srgbClr val="D6E1E1"/>
              </a:solidFill>
            </a:endParaRPr>
          </a:p>
        </p:txBody>
      </p:sp>
      <p:pic>
        <p:nvPicPr>
          <p:cNvPr id="4" name="Billede 3">
            <a:extLst>
              <a:ext uri="{FF2B5EF4-FFF2-40B4-BE49-F238E27FC236}">
                <a16:creationId xmlns:a16="http://schemas.microsoft.com/office/drawing/2014/main" id="{C8201EFE-BCF2-A199-56FA-ADEC2BDCBC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359" y="2153266"/>
            <a:ext cx="11765281" cy="3677264"/>
          </a:xfrm>
          <a:prstGeom prst="rect">
            <a:avLst/>
          </a:prstGeom>
        </p:spPr>
      </p:pic>
      <p:sp>
        <p:nvSpPr>
          <p:cNvPr id="7" name="TextBox 5">
            <a:extLst>
              <a:ext uri="{FF2B5EF4-FFF2-40B4-BE49-F238E27FC236}">
                <a16:creationId xmlns:a16="http://schemas.microsoft.com/office/drawing/2014/main" id="{041F1A1A-DB19-D030-BA53-EEFD1CD4EE2B}"/>
              </a:ext>
            </a:extLst>
          </p:cNvPr>
          <p:cNvSpPr txBox="1"/>
          <p:nvPr/>
        </p:nvSpPr>
        <p:spPr>
          <a:xfrm>
            <a:off x="248574" y="1170640"/>
            <a:ext cx="11730066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Updated the GANTT-diagram to reflect the new direction and this two-pronged approach with RANS and trajectory model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18919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1E80758-598C-5AC1-673D-F57FD64542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ktangel: afrundede hjørner 11">
            <a:extLst>
              <a:ext uri="{FF2B5EF4-FFF2-40B4-BE49-F238E27FC236}">
                <a16:creationId xmlns:a16="http://schemas.microsoft.com/office/drawing/2014/main" id="{ECAE4132-6655-5B01-9D35-30A69C05BC93}"/>
              </a:ext>
            </a:extLst>
          </p:cNvPr>
          <p:cNvSpPr/>
          <p:nvPr/>
        </p:nvSpPr>
        <p:spPr>
          <a:xfrm>
            <a:off x="213360" y="361542"/>
            <a:ext cx="11765280" cy="581420"/>
          </a:xfrm>
          <a:prstGeom prst="roundRect">
            <a:avLst/>
          </a:prstGeom>
          <a:solidFill>
            <a:srgbClr val="3B5E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88A87E6A-CD75-E223-C9E4-002439CD88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3360" y="281412"/>
            <a:ext cx="11765280" cy="741680"/>
          </a:xfrm>
        </p:spPr>
        <p:txBody>
          <a:bodyPr>
            <a:normAutofit fontScale="90000"/>
          </a:bodyPr>
          <a:lstStyle/>
          <a:p>
            <a:pPr algn="l"/>
            <a:r>
              <a:rPr lang="en-US" sz="4800" b="1">
                <a:solidFill>
                  <a:schemeClr val="bg1"/>
                </a:solidFill>
              </a:rPr>
              <a:t>G-bar/HPC update</a:t>
            </a:r>
          </a:p>
        </p:txBody>
      </p:sp>
      <p:sp>
        <p:nvSpPr>
          <p:cNvPr id="5" name="Rektangel 4">
            <a:extLst>
              <a:ext uri="{FF2B5EF4-FFF2-40B4-BE49-F238E27FC236}">
                <a16:creationId xmlns:a16="http://schemas.microsoft.com/office/drawing/2014/main" id="{A0D29A8C-6F8A-D0AF-AD51-DCE2827D0CFC}"/>
              </a:ext>
            </a:extLst>
          </p:cNvPr>
          <p:cNvSpPr/>
          <p:nvPr/>
        </p:nvSpPr>
        <p:spPr>
          <a:xfrm>
            <a:off x="0" y="6295234"/>
            <a:ext cx="12192000" cy="562708"/>
          </a:xfrm>
          <a:prstGeom prst="rect">
            <a:avLst/>
          </a:prstGeom>
          <a:solidFill>
            <a:srgbClr val="3B5E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" name="Tekstfelt 7">
            <a:extLst>
              <a:ext uri="{FF2B5EF4-FFF2-40B4-BE49-F238E27FC236}">
                <a16:creationId xmlns:a16="http://schemas.microsoft.com/office/drawing/2014/main" id="{2DB4C0E0-0536-5F9A-9F0D-2556030FF43B}"/>
              </a:ext>
            </a:extLst>
          </p:cNvPr>
          <p:cNvSpPr txBox="1"/>
          <p:nvPr/>
        </p:nvSpPr>
        <p:spPr>
          <a:xfrm>
            <a:off x="0" y="6334780"/>
            <a:ext cx="5598160" cy="52322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1400" noProof="0">
                <a:solidFill>
                  <a:srgbClr val="D6E1E1"/>
                </a:solidFill>
              </a:rPr>
              <a:t>Bachelor project: </a:t>
            </a:r>
          </a:p>
          <a:p>
            <a:r>
              <a:rPr lang="en-US" sz="1400" b="1" noProof="0">
                <a:solidFill>
                  <a:srgbClr val="D6E1E1"/>
                </a:solidFill>
              </a:rPr>
              <a:t>CFD and ROM of Flow over a Golf Court</a:t>
            </a:r>
            <a:endParaRPr lang="en-US" sz="1400" noProof="0">
              <a:solidFill>
                <a:srgbClr val="D6E1E1"/>
              </a:solidFill>
            </a:endParaRPr>
          </a:p>
        </p:txBody>
      </p:sp>
      <p:sp>
        <p:nvSpPr>
          <p:cNvPr id="9" name="Rektangel 8">
            <a:extLst>
              <a:ext uri="{FF2B5EF4-FFF2-40B4-BE49-F238E27FC236}">
                <a16:creationId xmlns:a16="http://schemas.microsoft.com/office/drawing/2014/main" id="{63C72E96-7423-6039-71F0-79549549C9CB}"/>
              </a:ext>
            </a:extLst>
          </p:cNvPr>
          <p:cNvSpPr/>
          <p:nvPr/>
        </p:nvSpPr>
        <p:spPr>
          <a:xfrm>
            <a:off x="0" y="0"/>
            <a:ext cx="12192000" cy="162560"/>
          </a:xfrm>
          <a:prstGeom prst="rect">
            <a:avLst/>
          </a:prstGeom>
          <a:solidFill>
            <a:srgbClr val="3B5E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1" name="Pladsholder til slidenummer 10">
            <a:extLst>
              <a:ext uri="{FF2B5EF4-FFF2-40B4-BE49-F238E27FC236}">
                <a16:creationId xmlns:a16="http://schemas.microsoft.com/office/drawing/2014/main" id="{52388660-7E99-9FBA-470F-0679956A98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77680" y="6413826"/>
            <a:ext cx="2743200" cy="365125"/>
          </a:xfrm>
        </p:spPr>
        <p:txBody>
          <a:bodyPr/>
          <a:lstStyle/>
          <a:p>
            <a:fld id="{4BF56B02-4AF6-4FAD-8624-917FD1E581F9}" type="slidenum">
              <a:rPr lang="en-US" sz="1600" b="1" noProof="0" smtClean="0">
                <a:solidFill>
                  <a:srgbClr val="D6E1E1"/>
                </a:solidFill>
              </a:rPr>
              <a:t>6</a:t>
            </a:fld>
            <a:endParaRPr lang="en-US" b="1" noProof="0">
              <a:solidFill>
                <a:srgbClr val="D6E1E1"/>
              </a:solidFill>
            </a:endParaRPr>
          </a:p>
        </p:txBody>
      </p:sp>
      <p:sp>
        <p:nvSpPr>
          <p:cNvPr id="7" name="TextBox 5">
            <a:extLst>
              <a:ext uri="{FF2B5EF4-FFF2-40B4-BE49-F238E27FC236}">
                <a16:creationId xmlns:a16="http://schemas.microsoft.com/office/drawing/2014/main" id="{BCC40E36-8080-0116-A3F2-71A7C80FC1D6}"/>
              </a:ext>
            </a:extLst>
          </p:cNvPr>
          <p:cNvSpPr txBox="1"/>
          <p:nvPr/>
        </p:nvSpPr>
        <p:spPr>
          <a:xfrm>
            <a:off x="213360" y="1062638"/>
            <a:ext cx="11765280" cy="4462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/>
              <a:t>1. From last week</a:t>
            </a:r>
            <a:r>
              <a:rPr lang="en-US"/>
              <a:t> </a:t>
            </a:r>
          </a:p>
          <a:p>
            <a:r>
              <a:rPr lang="en-US" sz="2000"/>
              <a:t>We followed the guide on </a:t>
            </a:r>
            <a:r>
              <a:rPr lang="en-US" sz="2000" err="1"/>
              <a:t>PyWakeEllipSys</a:t>
            </a:r>
            <a:endParaRPr lang="da-DK" sz="2000"/>
          </a:p>
          <a:p>
            <a:pPr marL="285750" indent="-285750">
              <a:buFont typeface="Calibri"/>
              <a:buChar char="-"/>
            </a:pPr>
            <a:r>
              <a:rPr lang="en-US" sz="2000"/>
              <a:t>We can log on to </a:t>
            </a:r>
            <a:r>
              <a:rPr lang="en-US" sz="2000" err="1"/>
              <a:t>Gbar</a:t>
            </a:r>
            <a:r>
              <a:rPr lang="en-US" sz="2000"/>
              <a:t> and start a job via </a:t>
            </a:r>
            <a:r>
              <a:rPr lang="en-US" sz="2000" err="1"/>
              <a:t>sh</a:t>
            </a:r>
            <a:r>
              <a:rPr lang="en-US" sz="2000"/>
              <a:t>-script</a:t>
            </a:r>
          </a:p>
          <a:p>
            <a:pPr marL="285750" indent="-285750">
              <a:buFont typeface="Calibri"/>
              <a:buChar char="-"/>
            </a:pPr>
            <a:r>
              <a:rPr lang="en-US" sz="2000"/>
              <a:t>We confirmed by successfully running the native test script</a:t>
            </a:r>
          </a:p>
          <a:p>
            <a:endParaRPr lang="en-US" sz="2000"/>
          </a:p>
          <a:p>
            <a:r>
              <a:rPr lang="en-US" sz="2000" b="1"/>
              <a:t>2. Now</a:t>
            </a:r>
          </a:p>
          <a:p>
            <a:r>
              <a:rPr lang="en-US" sz="2000"/>
              <a:t>We contacted G-bar support to establish a folder on the HPC. They replied that they need the answers to the following questions before proceeding (</a:t>
            </a:r>
            <a:r>
              <a:rPr lang="en-GB" sz="2000" i="1">
                <a:solidFill>
                  <a:srgbClr val="94A9DC"/>
                </a:solidFill>
                <a:hlinkClick r:id="rId3"/>
              </a:rPr>
              <a:t>https://www.hpc.dtu.dk/?page_id=5580</a:t>
            </a:r>
            <a:r>
              <a:rPr lang="en-GB" sz="2000"/>
              <a:t>):</a:t>
            </a:r>
            <a:endParaRPr lang="en-US" sz="2000"/>
          </a:p>
          <a:p>
            <a:pPr marL="457200" indent="-457200">
              <a:buAutoNum type="arabicPeriod"/>
            </a:pPr>
            <a:r>
              <a:rPr lang="en-US" sz="2000"/>
              <a:t>Program(s)? </a:t>
            </a:r>
          </a:p>
          <a:p>
            <a:pPr marL="457200" indent="-457200">
              <a:buAutoNum type="arabicPeriod"/>
            </a:pPr>
            <a:r>
              <a:rPr lang="en-US" sz="2000"/>
              <a:t>GPU’s? </a:t>
            </a:r>
          </a:p>
          <a:p>
            <a:pPr marL="457200" indent="-457200">
              <a:buAutoNum type="arabicPeriod"/>
            </a:pPr>
            <a:r>
              <a:rPr lang="en-US" sz="2000"/>
              <a:t>Student/Course?</a:t>
            </a:r>
            <a:endParaRPr lang="en-US" sz="2000">
              <a:solidFill>
                <a:srgbClr val="94A9DC"/>
              </a:solidFill>
            </a:endParaRPr>
          </a:p>
          <a:p>
            <a:pPr marL="457200" indent="-457200">
              <a:buAutoNum type="arabicPeriod"/>
            </a:pPr>
            <a:r>
              <a:rPr lang="en-US" sz="2000"/>
              <a:t>Storage size? </a:t>
            </a:r>
          </a:p>
          <a:p>
            <a:pPr marL="457200" indent="-457200">
              <a:buAutoNum type="arabicPeriod"/>
            </a:pPr>
            <a:r>
              <a:rPr lang="en-US" sz="2000"/>
              <a:t>Lifetime? </a:t>
            </a:r>
          </a:p>
          <a:p>
            <a:r>
              <a:rPr lang="en-US" sz="2000"/>
              <a:t>         Other relevant information?</a:t>
            </a:r>
          </a:p>
        </p:txBody>
      </p:sp>
    </p:spTree>
    <p:extLst>
      <p:ext uri="{BB962C8B-B14F-4D97-AF65-F5344CB8AC3E}">
        <p14:creationId xmlns:p14="http://schemas.microsoft.com/office/powerpoint/2010/main" val="11080521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FF6996-3731-83EA-47E9-52CB16B9A0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ktangel: afrundede hjørner 11">
            <a:extLst>
              <a:ext uri="{FF2B5EF4-FFF2-40B4-BE49-F238E27FC236}">
                <a16:creationId xmlns:a16="http://schemas.microsoft.com/office/drawing/2014/main" id="{433D46BC-871F-AD5A-5B92-1A30FC6365B7}"/>
              </a:ext>
            </a:extLst>
          </p:cNvPr>
          <p:cNvSpPr/>
          <p:nvPr/>
        </p:nvSpPr>
        <p:spPr>
          <a:xfrm>
            <a:off x="213360" y="361542"/>
            <a:ext cx="11765280" cy="581420"/>
          </a:xfrm>
          <a:prstGeom prst="roundRect">
            <a:avLst/>
          </a:prstGeom>
          <a:solidFill>
            <a:srgbClr val="3B5E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A928160B-D9A1-8209-BA4E-628F50B944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3360" y="281412"/>
            <a:ext cx="11765280" cy="741680"/>
          </a:xfrm>
        </p:spPr>
        <p:txBody>
          <a:bodyPr>
            <a:normAutofit fontScale="90000"/>
          </a:bodyPr>
          <a:lstStyle/>
          <a:p>
            <a:pPr algn="l"/>
            <a:r>
              <a:rPr lang="en-US" sz="4800" b="1">
                <a:solidFill>
                  <a:schemeClr val="bg1"/>
                </a:solidFill>
              </a:rPr>
              <a:t>Trajectory model update</a:t>
            </a:r>
            <a:endParaRPr lang="da-DK"/>
          </a:p>
        </p:txBody>
      </p:sp>
      <p:sp>
        <p:nvSpPr>
          <p:cNvPr id="5" name="Rektangel 4">
            <a:extLst>
              <a:ext uri="{FF2B5EF4-FFF2-40B4-BE49-F238E27FC236}">
                <a16:creationId xmlns:a16="http://schemas.microsoft.com/office/drawing/2014/main" id="{7DE4E4D0-2FE4-FEAE-40C1-9C4BAE317DAE}"/>
              </a:ext>
            </a:extLst>
          </p:cNvPr>
          <p:cNvSpPr/>
          <p:nvPr/>
        </p:nvSpPr>
        <p:spPr>
          <a:xfrm>
            <a:off x="0" y="6295234"/>
            <a:ext cx="12192000" cy="562708"/>
          </a:xfrm>
          <a:prstGeom prst="rect">
            <a:avLst/>
          </a:prstGeom>
          <a:solidFill>
            <a:srgbClr val="3B5E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" name="Tekstfelt 7">
            <a:extLst>
              <a:ext uri="{FF2B5EF4-FFF2-40B4-BE49-F238E27FC236}">
                <a16:creationId xmlns:a16="http://schemas.microsoft.com/office/drawing/2014/main" id="{91778F98-5C53-A5A1-DE76-F3E62C08FE72}"/>
              </a:ext>
            </a:extLst>
          </p:cNvPr>
          <p:cNvSpPr txBox="1"/>
          <p:nvPr/>
        </p:nvSpPr>
        <p:spPr>
          <a:xfrm>
            <a:off x="0" y="6334780"/>
            <a:ext cx="5598160" cy="52322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1400" noProof="0">
                <a:solidFill>
                  <a:srgbClr val="D6E1E1"/>
                </a:solidFill>
              </a:rPr>
              <a:t>Bachelor project: </a:t>
            </a:r>
          </a:p>
          <a:p>
            <a:r>
              <a:rPr lang="en-US" sz="1400" b="1" noProof="0">
                <a:solidFill>
                  <a:srgbClr val="D6E1E1"/>
                </a:solidFill>
              </a:rPr>
              <a:t>CFD and ROM of Flow over a Golf Court</a:t>
            </a:r>
            <a:endParaRPr lang="en-US" sz="1400" noProof="0">
              <a:solidFill>
                <a:srgbClr val="D6E1E1"/>
              </a:solidFill>
            </a:endParaRPr>
          </a:p>
        </p:txBody>
      </p:sp>
      <p:sp>
        <p:nvSpPr>
          <p:cNvPr id="9" name="Rektangel 8">
            <a:extLst>
              <a:ext uri="{FF2B5EF4-FFF2-40B4-BE49-F238E27FC236}">
                <a16:creationId xmlns:a16="http://schemas.microsoft.com/office/drawing/2014/main" id="{6000DEA4-3308-0A97-2720-B1BC4A138314}"/>
              </a:ext>
            </a:extLst>
          </p:cNvPr>
          <p:cNvSpPr/>
          <p:nvPr/>
        </p:nvSpPr>
        <p:spPr>
          <a:xfrm>
            <a:off x="0" y="0"/>
            <a:ext cx="12192000" cy="162560"/>
          </a:xfrm>
          <a:prstGeom prst="rect">
            <a:avLst/>
          </a:prstGeom>
          <a:solidFill>
            <a:srgbClr val="3B5E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1" name="Pladsholder til slidenummer 10">
            <a:extLst>
              <a:ext uri="{FF2B5EF4-FFF2-40B4-BE49-F238E27FC236}">
                <a16:creationId xmlns:a16="http://schemas.microsoft.com/office/drawing/2014/main" id="{8F83E05D-0254-4039-8789-D776AF40EB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77680" y="6413826"/>
            <a:ext cx="2743200" cy="365125"/>
          </a:xfrm>
        </p:spPr>
        <p:txBody>
          <a:bodyPr/>
          <a:lstStyle/>
          <a:p>
            <a:fld id="{4BF56B02-4AF6-4FAD-8624-917FD1E581F9}" type="slidenum">
              <a:rPr lang="en-US" sz="1600" b="1" noProof="0" smtClean="0">
                <a:solidFill>
                  <a:srgbClr val="D6E1E1"/>
                </a:solidFill>
              </a:rPr>
              <a:t>7</a:t>
            </a:fld>
            <a:endParaRPr lang="en-US" b="1" noProof="0">
              <a:solidFill>
                <a:srgbClr val="D6E1E1"/>
              </a:solidFill>
            </a:endParaRPr>
          </a:p>
        </p:txBody>
      </p:sp>
      <p:pic>
        <p:nvPicPr>
          <p:cNvPr id="13" name="Billede 12" descr="Et billede, der indeholder tekst, diagram, linje/række, Kurve&#10;&#10;AI-genereret indhold kan være ukorrekt.">
            <a:extLst>
              <a:ext uri="{FF2B5EF4-FFF2-40B4-BE49-F238E27FC236}">
                <a16:creationId xmlns:a16="http://schemas.microsoft.com/office/drawing/2014/main" id="{744FC5BD-FB0D-DFCF-5A09-56D2A6DAD9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8131" y="1004454"/>
            <a:ext cx="6487392" cy="5167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13759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357857C-7AFA-D54D-FBBA-1CB405D7A4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ktangel: afrundede hjørner 11">
            <a:extLst>
              <a:ext uri="{FF2B5EF4-FFF2-40B4-BE49-F238E27FC236}">
                <a16:creationId xmlns:a16="http://schemas.microsoft.com/office/drawing/2014/main" id="{9BD7C656-7DF6-B92A-92B3-A1C447A250DE}"/>
              </a:ext>
            </a:extLst>
          </p:cNvPr>
          <p:cNvSpPr/>
          <p:nvPr/>
        </p:nvSpPr>
        <p:spPr>
          <a:xfrm>
            <a:off x="213360" y="361542"/>
            <a:ext cx="11765280" cy="581420"/>
          </a:xfrm>
          <a:prstGeom prst="roundRect">
            <a:avLst/>
          </a:prstGeom>
          <a:solidFill>
            <a:srgbClr val="3B5E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60CAE1F1-E0D7-DF4D-D032-1C08BED87B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3360" y="281412"/>
            <a:ext cx="11765280" cy="741680"/>
          </a:xfrm>
        </p:spPr>
        <p:txBody>
          <a:bodyPr>
            <a:normAutofit fontScale="90000"/>
          </a:bodyPr>
          <a:lstStyle/>
          <a:p>
            <a:pPr algn="l"/>
            <a:r>
              <a:rPr lang="en-US" sz="4800" b="1">
                <a:solidFill>
                  <a:schemeClr val="bg1"/>
                </a:solidFill>
              </a:rPr>
              <a:t>Trajectory model update</a:t>
            </a:r>
            <a:endParaRPr lang="da-DK"/>
          </a:p>
        </p:txBody>
      </p:sp>
      <p:sp>
        <p:nvSpPr>
          <p:cNvPr id="5" name="Rektangel 4">
            <a:extLst>
              <a:ext uri="{FF2B5EF4-FFF2-40B4-BE49-F238E27FC236}">
                <a16:creationId xmlns:a16="http://schemas.microsoft.com/office/drawing/2014/main" id="{64048648-E3A4-1C5A-357B-189B25F8A2D4}"/>
              </a:ext>
            </a:extLst>
          </p:cNvPr>
          <p:cNvSpPr/>
          <p:nvPr/>
        </p:nvSpPr>
        <p:spPr>
          <a:xfrm>
            <a:off x="0" y="6295234"/>
            <a:ext cx="12192000" cy="562708"/>
          </a:xfrm>
          <a:prstGeom prst="rect">
            <a:avLst/>
          </a:prstGeom>
          <a:solidFill>
            <a:srgbClr val="3B5E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" name="Tekstfelt 7">
            <a:extLst>
              <a:ext uri="{FF2B5EF4-FFF2-40B4-BE49-F238E27FC236}">
                <a16:creationId xmlns:a16="http://schemas.microsoft.com/office/drawing/2014/main" id="{6F8E06E3-973F-9E4F-4CE9-D7A73CAAB232}"/>
              </a:ext>
            </a:extLst>
          </p:cNvPr>
          <p:cNvSpPr txBox="1"/>
          <p:nvPr/>
        </p:nvSpPr>
        <p:spPr>
          <a:xfrm>
            <a:off x="0" y="6334780"/>
            <a:ext cx="5598160" cy="52322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1400" noProof="0">
                <a:solidFill>
                  <a:srgbClr val="D6E1E1"/>
                </a:solidFill>
              </a:rPr>
              <a:t>Bachelor project: </a:t>
            </a:r>
          </a:p>
          <a:p>
            <a:r>
              <a:rPr lang="en-US" sz="1400" b="1" noProof="0">
                <a:solidFill>
                  <a:srgbClr val="D6E1E1"/>
                </a:solidFill>
              </a:rPr>
              <a:t>CFD and ROM of Flow over a Golf Court</a:t>
            </a:r>
            <a:endParaRPr lang="en-US" sz="1400" noProof="0">
              <a:solidFill>
                <a:srgbClr val="D6E1E1"/>
              </a:solidFill>
            </a:endParaRPr>
          </a:p>
        </p:txBody>
      </p:sp>
      <p:sp>
        <p:nvSpPr>
          <p:cNvPr id="9" name="Rektangel 8">
            <a:extLst>
              <a:ext uri="{FF2B5EF4-FFF2-40B4-BE49-F238E27FC236}">
                <a16:creationId xmlns:a16="http://schemas.microsoft.com/office/drawing/2014/main" id="{DB2102A2-AD1F-4254-468C-7CD953FE46AF}"/>
              </a:ext>
            </a:extLst>
          </p:cNvPr>
          <p:cNvSpPr/>
          <p:nvPr/>
        </p:nvSpPr>
        <p:spPr>
          <a:xfrm>
            <a:off x="0" y="0"/>
            <a:ext cx="12192000" cy="162560"/>
          </a:xfrm>
          <a:prstGeom prst="rect">
            <a:avLst/>
          </a:prstGeom>
          <a:solidFill>
            <a:srgbClr val="3B5E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1" name="Pladsholder til slidenummer 10">
            <a:extLst>
              <a:ext uri="{FF2B5EF4-FFF2-40B4-BE49-F238E27FC236}">
                <a16:creationId xmlns:a16="http://schemas.microsoft.com/office/drawing/2014/main" id="{D411DA2C-B65E-198B-A59A-24890D6DD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77680" y="6413826"/>
            <a:ext cx="2743200" cy="365125"/>
          </a:xfrm>
        </p:spPr>
        <p:txBody>
          <a:bodyPr/>
          <a:lstStyle/>
          <a:p>
            <a:fld id="{4BF56B02-4AF6-4FAD-8624-917FD1E581F9}" type="slidenum">
              <a:rPr lang="en-US" sz="1600" b="1" noProof="0" smtClean="0">
                <a:solidFill>
                  <a:srgbClr val="D6E1E1"/>
                </a:solidFill>
              </a:rPr>
              <a:t>8</a:t>
            </a:fld>
            <a:endParaRPr lang="en-US" b="1" noProof="0">
              <a:solidFill>
                <a:srgbClr val="D6E1E1"/>
              </a:solidFill>
            </a:endParaRPr>
          </a:p>
        </p:txBody>
      </p:sp>
      <p:pic>
        <p:nvPicPr>
          <p:cNvPr id="13" name="Billede 12" descr="Et billede, der indeholder tekst, diagram, linje/række, Kurve&#10;&#10;AI-genereret indhold kan være ukorrekt.">
            <a:extLst>
              <a:ext uri="{FF2B5EF4-FFF2-40B4-BE49-F238E27FC236}">
                <a16:creationId xmlns:a16="http://schemas.microsoft.com/office/drawing/2014/main" id="{03A42A4D-E550-F0AD-643B-B18E697229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8131" y="1004454"/>
            <a:ext cx="6487392" cy="5167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4795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DC2A14C-7541-5672-0E90-81C4948EAF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ktangel: afrundede hjørner 11">
            <a:extLst>
              <a:ext uri="{FF2B5EF4-FFF2-40B4-BE49-F238E27FC236}">
                <a16:creationId xmlns:a16="http://schemas.microsoft.com/office/drawing/2014/main" id="{DB45052F-D4B8-35D3-BB73-0C43B42F1B9F}"/>
              </a:ext>
            </a:extLst>
          </p:cNvPr>
          <p:cNvSpPr/>
          <p:nvPr/>
        </p:nvSpPr>
        <p:spPr>
          <a:xfrm>
            <a:off x="213360" y="361542"/>
            <a:ext cx="11765280" cy="581420"/>
          </a:xfrm>
          <a:prstGeom prst="roundRect">
            <a:avLst/>
          </a:prstGeom>
          <a:solidFill>
            <a:srgbClr val="3B5E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621B91AC-90DD-52EB-6891-4B92A2387A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3360" y="281412"/>
            <a:ext cx="11765280" cy="741680"/>
          </a:xfrm>
        </p:spPr>
        <p:txBody>
          <a:bodyPr>
            <a:normAutofit fontScale="90000"/>
          </a:bodyPr>
          <a:lstStyle/>
          <a:p>
            <a:pPr algn="l"/>
            <a:r>
              <a:rPr lang="en-US" sz="4800" b="1">
                <a:solidFill>
                  <a:schemeClr val="bg1"/>
                </a:solidFill>
              </a:rPr>
              <a:t>Structure</a:t>
            </a:r>
          </a:p>
        </p:txBody>
      </p:sp>
      <p:sp>
        <p:nvSpPr>
          <p:cNvPr id="5" name="Rektangel 4">
            <a:extLst>
              <a:ext uri="{FF2B5EF4-FFF2-40B4-BE49-F238E27FC236}">
                <a16:creationId xmlns:a16="http://schemas.microsoft.com/office/drawing/2014/main" id="{5E49F432-425F-54E9-C1FA-933B8E6692DF}"/>
              </a:ext>
            </a:extLst>
          </p:cNvPr>
          <p:cNvSpPr/>
          <p:nvPr/>
        </p:nvSpPr>
        <p:spPr>
          <a:xfrm>
            <a:off x="0" y="6295234"/>
            <a:ext cx="12192000" cy="562708"/>
          </a:xfrm>
          <a:prstGeom prst="rect">
            <a:avLst/>
          </a:prstGeom>
          <a:solidFill>
            <a:srgbClr val="3B5E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" name="Tekstfelt 7">
            <a:extLst>
              <a:ext uri="{FF2B5EF4-FFF2-40B4-BE49-F238E27FC236}">
                <a16:creationId xmlns:a16="http://schemas.microsoft.com/office/drawing/2014/main" id="{E9EC9AFB-D7A6-5C27-4228-01772EC9FF3A}"/>
              </a:ext>
            </a:extLst>
          </p:cNvPr>
          <p:cNvSpPr txBox="1"/>
          <p:nvPr/>
        </p:nvSpPr>
        <p:spPr>
          <a:xfrm>
            <a:off x="0" y="6334780"/>
            <a:ext cx="5598160" cy="52322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1400" noProof="0">
                <a:solidFill>
                  <a:srgbClr val="D6E1E1"/>
                </a:solidFill>
              </a:rPr>
              <a:t>Bachelor project: </a:t>
            </a:r>
          </a:p>
          <a:p>
            <a:r>
              <a:rPr lang="en-US" sz="1400" b="1" noProof="0">
                <a:solidFill>
                  <a:srgbClr val="D6E1E1"/>
                </a:solidFill>
              </a:rPr>
              <a:t>CFD and ROM of Flow over a Golf Court</a:t>
            </a:r>
            <a:endParaRPr lang="en-US" sz="1400" noProof="0">
              <a:solidFill>
                <a:srgbClr val="D6E1E1"/>
              </a:solidFill>
            </a:endParaRPr>
          </a:p>
        </p:txBody>
      </p:sp>
      <p:sp>
        <p:nvSpPr>
          <p:cNvPr id="9" name="Rektangel 8">
            <a:extLst>
              <a:ext uri="{FF2B5EF4-FFF2-40B4-BE49-F238E27FC236}">
                <a16:creationId xmlns:a16="http://schemas.microsoft.com/office/drawing/2014/main" id="{A1923BD8-BF76-962F-5306-A94070A2C6A4}"/>
              </a:ext>
            </a:extLst>
          </p:cNvPr>
          <p:cNvSpPr/>
          <p:nvPr/>
        </p:nvSpPr>
        <p:spPr>
          <a:xfrm>
            <a:off x="0" y="0"/>
            <a:ext cx="12192000" cy="162560"/>
          </a:xfrm>
          <a:prstGeom prst="rect">
            <a:avLst/>
          </a:prstGeom>
          <a:solidFill>
            <a:srgbClr val="3B5E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1" name="Pladsholder til slidenummer 10">
            <a:extLst>
              <a:ext uri="{FF2B5EF4-FFF2-40B4-BE49-F238E27FC236}">
                <a16:creationId xmlns:a16="http://schemas.microsoft.com/office/drawing/2014/main" id="{CD37C081-BEA4-BBE7-285F-419EC1FFC6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77680" y="6413826"/>
            <a:ext cx="2743200" cy="365125"/>
          </a:xfrm>
        </p:spPr>
        <p:txBody>
          <a:bodyPr/>
          <a:lstStyle/>
          <a:p>
            <a:fld id="{4BF56B02-4AF6-4FAD-8624-917FD1E581F9}" type="slidenum">
              <a:rPr lang="en-US" sz="1600" b="1" noProof="0" smtClean="0">
                <a:solidFill>
                  <a:srgbClr val="D6E1E1"/>
                </a:solidFill>
              </a:rPr>
              <a:t>9</a:t>
            </a:fld>
            <a:endParaRPr lang="en-US" b="1" noProof="0">
              <a:solidFill>
                <a:srgbClr val="D6E1E1"/>
              </a:solidFill>
            </a:endParaRPr>
          </a:p>
        </p:txBody>
      </p:sp>
      <p:sp>
        <p:nvSpPr>
          <p:cNvPr id="22" name="Tekstfelt 21">
            <a:extLst>
              <a:ext uri="{FF2B5EF4-FFF2-40B4-BE49-F238E27FC236}">
                <a16:creationId xmlns:a16="http://schemas.microsoft.com/office/drawing/2014/main" id="{3723667C-6FD2-852C-A6A9-F30190A622C9}"/>
              </a:ext>
            </a:extLst>
          </p:cNvPr>
          <p:cNvSpPr txBox="1"/>
          <p:nvPr/>
        </p:nvSpPr>
        <p:spPr>
          <a:xfrm>
            <a:off x="260984" y="1220225"/>
            <a:ext cx="1171765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/>
              <a:t>To achieve this, we have the following structure which we can take a closer look at:</a:t>
            </a:r>
          </a:p>
        </p:txBody>
      </p:sp>
      <p:sp>
        <p:nvSpPr>
          <p:cNvPr id="10" name="Tekstfelt 9">
            <a:extLst>
              <a:ext uri="{FF2B5EF4-FFF2-40B4-BE49-F238E27FC236}">
                <a16:creationId xmlns:a16="http://schemas.microsoft.com/office/drawing/2014/main" id="{0990FD3E-30EF-247B-420E-8C7E029C0F81}"/>
              </a:ext>
            </a:extLst>
          </p:cNvPr>
          <p:cNvSpPr txBox="1"/>
          <p:nvPr/>
        </p:nvSpPr>
        <p:spPr>
          <a:xfrm>
            <a:off x="260984" y="1710751"/>
            <a:ext cx="6110286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/>
              <a:t>Abstract </a:t>
            </a:r>
          </a:p>
          <a:p>
            <a:r>
              <a:rPr lang="en-US" sz="1800" b="1"/>
              <a:t>Preface</a:t>
            </a:r>
          </a:p>
          <a:p>
            <a:r>
              <a:rPr lang="en-US" sz="1800" b="1"/>
              <a:t>Acknowledgements</a:t>
            </a:r>
          </a:p>
          <a:p>
            <a:pPr marL="457200" indent="-457200">
              <a:buAutoNum type="arabicPeriod"/>
            </a:pPr>
            <a:r>
              <a:rPr lang="en-US" sz="1800" b="1"/>
              <a:t>Introduction</a:t>
            </a:r>
          </a:p>
          <a:p>
            <a:pPr marL="457200" indent="-457200">
              <a:buAutoNum type="arabicPeriod"/>
            </a:pPr>
            <a:r>
              <a:rPr lang="en-US" sz="1800" b="1"/>
              <a:t>Theory</a:t>
            </a:r>
          </a:p>
          <a:p>
            <a:pPr marL="457200" indent="-457200">
              <a:buAutoNum type="arabicPeriod"/>
            </a:pPr>
            <a:r>
              <a:rPr lang="en-US" sz="1800" b="1"/>
              <a:t>Data</a:t>
            </a:r>
          </a:p>
          <a:p>
            <a:pPr marL="457200" indent="-457200">
              <a:buAutoNum type="arabicPeriod"/>
            </a:pPr>
            <a:r>
              <a:rPr lang="en-US" sz="1800" b="1"/>
              <a:t>Modelling</a:t>
            </a:r>
          </a:p>
          <a:p>
            <a:pPr marL="457200" indent="-457200">
              <a:buAutoNum type="arabicPeriod"/>
            </a:pPr>
            <a:r>
              <a:rPr lang="en-US" sz="1800" b="1"/>
              <a:t>Results</a:t>
            </a:r>
          </a:p>
          <a:p>
            <a:pPr marL="457200" indent="-457200">
              <a:buAutoNum type="arabicPeriod"/>
            </a:pPr>
            <a:r>
              <a:rPr lang="en-US" sz="1800" b="1"/>
              <a:t>Analysis</a:t>
            </a:r>
          </a:p>
          <a:p>
            <a:pPr marL="457200" indent="-457200">
              <a:buAutoNum type="arabicPeriod"/>
            </a:pPr>
            <a:r>
              <a:rPr lang="en-US" sz="1800" b="1"/>
              <a:t>Discussion</a:t>
            </a:r>
          </a:p>
          <a:p>
            <a:pPr marL="457200" indent="-457200">
              <a:buAutoNum type="arabicPeriod"/>
            </a:pPr>
            <a:r>
              <a:rPr lang="en-US" sz="1800" b="1"/>
              <a:t>Conclusion</a:t>
            </a:r>
          </a:p>
        </p:txBody>
      </p:sp>
      <p:sp>
        <p:nvSpPr>
          <p:cNvPr id="13" name="Rektangel 12">
            <a:extLst>
              <a:ext uri="{FF2B5EF4-FFF2-40B4-BE49-F238E27FC236}">
                <a16:creationId xmlns:a16="http://schemas.microsoft.com/office/drawing/2014/main" id="{4E0FF700-AF34-71C8-E72E-A666BACF73CF}"/>
              </a:ext>
            </a:extLst>
          </p:cNvPr>
          <p:cNvSpPr/>
          <p:nvPr/>
        </p:nvSpPr>
        <p:spPr>
          <a:xfrm>
            <a:off x="213360" y="4218842"/>
            <a:ext cx="2787015" cy="562708"/>
          </a:xfrm>
          <a:prstGeom prst="rect">
            <a:avLst/>
          </a:prstGeom>
          <a:noFill/>
          <a:ln w="38100">
            <a:solidFill>
              <a:srgbClr val="94A9DC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Tekstfelt 13">
            <a:extLst>
              <a:ext uri="{FF2B5EF4-FFF2-40B4-BE49-F238E27FC236}">
                <a16:creationId xmlns:a16="http://schemas.microsoft.com/office/drawing/2014/main" id="{A356031E-B93A-65BA-3205-0BD22D84B8C4}"/>
              </a:ext>
            </a:extLst>
          </p:cNvPr>
          <p:cNvSpPr txBox="1"/>
          <p:nvPr/>
        </p:nvSpPr>
        <p:spPr>
          <a:xfrm>
            <a:off x="3047999" y="4048056"/>
            <a:ext cx="292144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>
                <a:solidFill>
                  <a:srgbClr val="94A9DC"/>
                </a:solidFill>
              </a:rPr>
              <a:t>Exact structure of these </a:t>
            </a:r>
          </a:p>
          <a:p>
            <a:r>
              <a:rPr lang="en-GB">
                <a:solidFill>
                  <a:srgbClr val="94A9DC"/>
                </a:solidFill>
              </a:rPr>
              <a:t>sections will be determined</a:t>
            </a:r>
          </a:p>
          <a:p>
            <a:r>
              <a:rPr lang="en-GB">
                <a:solidFill>
                  <a:srgbClr val="94A9DC"/>
                </a:solidFill>
              </a:rPr>
              <a:t>once we get further</a:t>
            </a:r>
          </a:p>
        </p:txBody>
      </p:sp>
    </p:spTree>
    <p:extLst>
      <p:ext uri="{BB962C8B-B14F-4D97-AF65-F5344CB8AC3E}">
        <p14:creationId xmlns:p14="http://schemas.microsoft.com/office/powerpoint/2010/main" val="22715991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AC8C3C1-177E-E2CE-E5AE-C397CDA835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ktangel: afrundede hjørner 11">
            <a:extLst>
              <a:ext uri="{FF2B5EF4-FFF2-40B4-BE49-F238E27FC236}">
                <a16:creationId xmlns:a16="http://schemas.microsoft.com/office/drawing/2014/main" id="{DB6D6B8F-A4AA-9E6C-DD8B-D77E50A80513}"/>
              </a:ext>
            </a:extLst>
          </p:cNvPr>
          <p:cNvSpPr/>
          <p:nvPr/>
        </p:nvSpPr>
        <p:spPr>
          <a:xfrm>
            <a:off x="213360" y="361542"/>
            <a:ext cx="11765280" cy="581420"/>
          </a:xfrm>
          <a:prstGeom prst="roundRect">
            <a:avLst/>
          </a:prstGeom>
          <a:solidFill>
            <a:srgbClr val="3B5E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7B33E019-E4B2-3E82-B497-29C64D2D2E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3360" y="281412"/>
            <a:ext cx="11765280" cy="741680"/>
          </a:xfrm>
        </p:spPr>
        <p:txBody>
          <a:bodyPr>
            <a:normAutofit fontScale="90000"/>
          </a:bodyPr>
          <a:lstStyle/>
          <a:p>
            <a:pPr algn="l"/>
            <a:r>
              <a:rPr lang="en-US" sz="4800" b="1">
                <a:solidFill>
                  <a:schemeClr val="bg1"/>
                </a:solidFill>
              </a:rPr>
              <a:t>Structure</a:t>
            </a:r>
          </a:p>
        </p:txBody>
      </p:sp>
      <p:sp>
        <p:nvSpPr>
          <p:cNvPr id="5" name="Rektangel 4">
            <a:extLst>
              <a:ext uri="{FF2B5EF4-FFF2-40B4-BE49-F238E27FC236}">
                <a16:creationId xmlns:a16="http://schemas.microsoft.com/office/drawing/2014/main" id="{BB05BCE9-7BE3-D84E-19D6-FAC83D9C65AB}"/>
              </a:ext>
            </a:extLst>
          </p:cNvPr>
          <p:cNvSpPr/>
          <p:nvPr/>
        </p:nvSpPr>
        <p:spPr>
          <a:xfrm>
            <a:off x="0" y="6295234"/>
            <a:ext cx="12192000" cy="562708"/>
          </a:xfrm>
          <a:prstGeom prst="rect">
            <a:avLst/>
          </a:prstGeom>
          <a:solidFill>
            <a:srgbClr val="3B5E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" name="Tekstfelt 7">
            <a:extLst>
              <a:ext uri="{FF2B5EF4-FFF2-40B4-BE49-F238E27FC236}">
                <a16:creationId xmlns:a16="http://schemas.microsoft.com/office/drawing/2014/main" id="{39247BD5-E036-47C3-D962-27C1D8421EF8}"/>
              </a:ext>
            </a:extLst>
          </p:cNvPr>
          <p:cNvSpPr txBox="1"/>
          <p:nvPr/>
        </p:nvSpPr>
        <p:spPr>
          <a:xfrm>
            <a:off x="0" y="6334780"/>
            <a:ext cx="5598160" cy="52322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1400" noProof="0">
                <a:solidFill>
                  <a:srgbClr val="D6E1E1"/>
                </a:solidFill>
              </a:rPr>
              <a:t>Bachelor project: </a:t>
            </a:r>
          </a:p>
          <a:p>
            <a:r>
              <a:rPr lang="en-US" sz="1400" b="1" noProof="0">
                <a:solidFill>
                  <a:srgbClr val="D6E1E1"/>
                </a:solidFill>
              </a:rPr>
              <a:t>CFD and ROM of Flow over a Golf Court</a:t>
            </a:r>
            <a:endParaRPr lang="en-US" sz="1400" noProof="0">
              <a:solidFill>
                <a:srgbClr val="D6E1E1"/>
              </a:solidFill>
            </a:endParaRPr>
          </a:p>
        </p:txBody>
      </p:sp>
      <p:sp>
        <p:nvSpPr>
          <p:cNvPr id="9" name="Rektangel 8">
            <a:extLst>
              <a:ext uri="{FF2B5EF4-FFF2-40B4-BE49-F238E27FC236}">
                <a16:creationId xmlns:a16="http://schemas.microsoft.com/office/drawing/2014/main" id="{EC8A4AE6-B9D8-0630-93BD-C1AE2A086107}"/>
              </a:ext>
            </a:extLst>
          </p:cNvPr>
          <p:cNvSpPr/>
          <p:nvPr/>
        </p:nvSpPr>
        <p:spPr>
          <a:xfrm>
            <a:off x="0" y="0"/>
            <a:ext cx="12192000" cy="162560"/>
          </a:xfrm>
          <a:prstGeom prst="rect">
            <a:avLst/>
          </a:prstGeom>
          <a:solidFill>
            <a:srgbClr val="3B5E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1" name="Pladsholder til slidenummer 10">
            <a:extLst>
              <a:ext uri="{FF2B5EF4-FFF2-40B4-BE49-F238E27FC236}">
                <a16:creationId xmlns:a16="http://schemas.microsoft.com/office/drawing/2014/main" id="{01FBAC42-D13E-2DF7-410B-C0843CFC01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77680" y="6413826"/>
            <a:ext cx="2743200" cy="365125"/>
          </a:xfrm>
        </p:spPr>
        <p:txBody>
          <a:bodyPr/>
          <a:lstStyle/>
          <a:p>
            <a:fld id="{4BF56B02-4AF6-4FAD-8624-917FD1E581F9}" type="slidenum">
              <a:rPr lang="en-US" sz="1600" b="1" noProof="0" smtClean="0">
                <a:solidFill>
                  <a:srgbClr val="D6E1E1"/>
                </a:solidFill>
              </a:rPr>
              <a:t>10</a:t>
            </a:fld>
            <a:endParaRPr lang="en-US" b="1" noProof="0">
              <a:solidFill>
                <a:srgbClr val="D6E1E1"/>
              </a:solidFill>
            </a:endParaRPr>
          </a:p>
        </p:txBody>
      </p:sp>
      <p:sp>
        <p:nvSpPr>
          <p:cNvPr id="22" name="Tekstfelt 21">
            <a:extLst>
              <a:ext uri="{FF2B5EF4-FFF2-40B4-BE49-F238E27FC236}">
                <a16:creationId xmlns:a16="http://schemas.microsoft.com/office/drawing/2014/main" id="{BD0E2F25-736D-78D3-AA9F-2D2677E413A6}"/>
              </a:ext>
            </a:extLst>
          </p:cNvPr>
          <p:cNvSpPr txBox="1"/>
          <p:nvPr/>
        </p:nvSpPr>
        <p:spPr>
          <a:xfrm>
            <a:off x="260984" y="1220225"/>
            <a:ext cx="1171765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/>
              <a:t>To achieve this, we have the following structure which we can take a closer look at:</a:t>
            </a:r>
          </a:p>
        </p:txBody>
      </p:sp>
      <p:sp>
        <p:nvSpPr>
          <p:cNvPr id="10" name="Tekstfelt 9">
            <a:extLst>
              <a:ext uri="{FF2B5EF4-FFF2-40B4-BE49-F238E27FC236}">
                <a16:creationId xmlns:a16="http://schemas.microsoft.com/office/drawing/2014/main" id="{4F153D7E-124A-DB8F-EF81-9FBA943385AB}"/>
              </a:ext>
            </a:extLst>
          </p:cNvPr>
          <p:cNvSpPr txBox="1"/>
          <p:nvPr/>
        </p:nvSpPr>
        <p:spPr>
          <a:xfrm>
            <a:off x="260984" y="1710751"/>
            <a:ext cx="6110286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>
                <a:solidFill>
                  <a:schemeClr val="bg1">
                    <a:lumMod val="85000"/>
                  </a:schemeClr>
                </a:solidFill>
              </a:rPr>
              <a:t>Abstract </a:t>
            </a:r>
          </a:p>
          <a:p>
            <a:r>
              <a:rPr lang="en-US" sz="1800" b="1">
                <a:solidFill>
                  <a:schemeClr val="bg1">
                    <a:lumMod val="85000"/>
                  </a:schemeClr>
                </a:solidFill>
              </a:rPr>
              <a:t>Preface</a:t>
            </a:r>
          </a:p>
          <a:p>
            <a:r>
              <a:rPr lang="en-US" sz="1800" b="1">
                <a:solidFill>
                  <a:schemeClr val="bg1">
                    <a:lumMod val="85000"/>
                  </a:schemeClr>
                </a:solidFill>
              </a:rPr>
              <a:t>Acknowledgements</a:t>
            </a:r>
          </a:p>
          <a:p>
            <a:pPr marL="457200" indent="-457200">
              <a:buAutoNum type="arabicPeriod"/>
            </a:pPr>
            <a:r>
              <a:rPr lang="en-US" sz="1800" b="1">
                <a:solidFill>
                  <a:schemeClr val="bg1">
                    <a:lumMod val="85000"/>
                  </a:schemeClr>
                </a:solidFill>
              </a:rPr>
              <a:t>Introduction</a:t>
            </a:r>
          </a:p>
          <a:p>
            <a:pPr marL="457200" indent="-457200">
              <a:buAutoNum type="arabicPeriod"/>
            </a:pPr>
            <a:r>
              <a:rPr lang="en-US" b="1"/>
              <a:t>Theory</a:t>
            </a:r>
          </a:p>
          <a:p>
            <a:pPr marL="457200" indent="-457200">
              <a:buAutoNum type="arabicPeriod"/>
            </a:pPr>
            <a:r>
              <a:rPr lang="en-US" sz="1800" b="1">
                <a:solidFill>
                  <a:schemeClr val="bg1">
                    <a:lumMod val="85000"/>
                  </a:schemeClr>
                </a:solidFill>
              </a:rPr>
              <a:t>Data</a:t>
            </a:r>
          </a:p>
          <a:p>
            <a:pPr marL="457200" indent="-457200">
              <a:buAutoNum type="arabicPeriod"/>
            </a:pPr>
            <a:r>
              <a:rPr lang="en-US" sz="1800" b="1">
                <a:solidFill>
                  <a:schemeClr val="bg1">
                    <a:lumMod val="85000"/>
                  </a:schemeClr>
                </a:solidFill>
              </a:rPr>
              <a:t>Modelling</a:t>
            </a:r>
          </a:p>
          <a:p>
            <a:pPr marL="457200" indent="-457200">
              <a:buAutoNum type="arabicPeriod"/>
            </a:pPr>
            <a:r>
              <a:rPr lang="en-US" sz="1800" b="1">
                <a:solidFill>
                  <a:schemeClr val="bg1">
                    <a:lumMod val="85000"/>
                  </a:schemeClr>
                </a:solidFill>
              </a:rPr>
              <a:t>Results</a:t>
            </a:r>
          </a:p>
          <a:p>
            <a:pPr marL="457200" indent="-457200">
              <a:buAutoNum type="arabicPeriod"/>
            </a:pPr>
            <a:r>
              <a:rPr lang="en-US" sz="1800" b="1">
                <a:solidFill>
                  <a:schemeClr val="bg1">
                    <a:lumMod val="85000"/>
                  </a:schemeClr>
                </a:solidFill>
              </a:rPr>
              <a:t>Analysis</a:t>
            </a:r>
          </a:p>
          <a:p>
            <a:pPr marL="457200" indent="-457200">
              <a:buAutoNum type="arabicPeriod"/>
            </a:pPr>
            <a:r>
              <a:rPr lang="en-US" sz="1800" b="1">
                <a:solidFill>
                  <a:schemeClr val="bg1">
                    <a:lumMod val="85000"/>
                  </a:schemeClr>
                </a:solidFill>
              </a:rPr>
              <a:t>Discussion</a:t>
            </a:r>
          </a:p>
          <a:p>
            <a:pPr marL="457200" indent="-457200">
              <a:buAutoNum type="arabicPeriod"/>
            </a:pPr>
            <a:r>
              <a:rPr lang="en-US" sz="1800" b="1">
                <a:solidFill>
                  <a:schemeClr val="bg1">
                    <a:lumMod val="85000"/>
                  </a:schemeClr>
                </a:solidFill>
              </a:rPr>
              <a:t>Conclusion</a:t>
            </a:r>
          </a:p>
        </p:txBody>
      </p:sp>
      <p:sp>
        <p:nvSpPr>
          <p:cNvPr id="3" name="Tekstfelt 2">
            <a:extLst>
              <a:ext uri="{FF2B5EF4-FFF2-40B4-BE49-F238E27FC236}">
                <a16:creationId xmlns:a16="http://schemas.microsoft.com/office/drawing/2014/main" id="{0668D168-F6C3-6500-9B0B-D9BD5B65227A}"/>
              </a:ext>
            </a:extLst>
          </p:cNvPr>
          <p:cNvSpPr txBox="1"/>
          <p:nvPr/>
        </p:nvSpPr>
        <p:spPr>
          <a:xfrm>
            <a:off x="4038601" y="1710751"/>
            <a:ext cx="7892416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/>
              <a:t>2. Theory</a:t>
            </a:r>
          </a:p>
          <a:p>
            <a:pPr marL="342900" indent="-342900">
              <a:buFontTx/>
              <a:buChar char="-"/>
            </a:pPr>
            <a:r>
              <a:rPr lang="en-US" sz="2000"/>
              <a:t>Theoretical behavior of wind in the lower atmosphere</a:t>
            </a:r>
          </a:p>
          <a:p>
            <a:pPr marL="800100" lvl="1" indent="-342900">
              <a:buFontTx/>
              <a:buChar char="-"/>
            </a:pPr>
            <a:r>
              <a:rPr lang="en-US" sz="2000"/>
              <a:t>Atmospheric boundary layer</a:t>
            </a:r>
          </a:p>
          <a:p>
            <a:pPr marL="800100" lvl="1" indent="-342900">
              <a:buFontTx/>
              <a:buChar char="-"/>
            </a:pPr>
            <a:r>
              <a:rPr lang="en-US" sz="2000"/>
              <a:t>Shear</a:t>
            </a:r>
          </a:p>
          <a:p>
            <a:pPr marL="800100" lvl="1" indent="-342900">
              <a:buFontTx/>
              <a:buChar char="-"/>
            </a:pPr>
            <a:r>
              <a:rPr lang="en-US" sz="2000"/>
              <a:t>Turbulence </a:t>
            </a:r>
          </a:p>
          <a:p>
            <a:pPr marL="800100" lvl="1" indent="-342900">
              <a:buFontTx/>
              <a:buChar char="-"/>
            </a:pPr>
            <a:r>
              <a:rPr lang="en-US" sz="2000"/>
              <a:t>Roughness </a:t>
            </a:r>
          </a:p>
          <a:p>
            <a:pPr marL="800100" lvl="1" indent="-342900">
              <a:buFontTx/>
              <a:buChar char="-"/>
            </a:pPr>
            <a:r>
              <a:rPr lang="en-US" sz="2000"/>
              <a:t>Stability</a:t>
            </a:r>
          </a:p>
          <a:p>
            <a:pPr marL="800100" lvl="1" indent="-342900">
              <a:buFontTx/>
              <a:buChar char="-"/>
            </a:pPr>
            <a:r>
              <a:rPr lang="en-US" sz="2000"/>
              <a:t>Veer</a:t>
            </a:r>
          </a:p>
          <a:p>
            <a:pPr marL="342900" indent="-342900">
              <a:buFontTx/>
              <a:buChar char="-"/>
            </a:pPr>
            <a:r>
              <a:rPr lang="en-US" sz="2000"/>
              <a:t>Impact of terrain on the wind</a:t>
            </a:r>
          </a:p>
          <a:p>
            <a:pPr marL="800100" lvl="1" indent="-342900">
              <a:buFontTx/>
              <a:buChar char="-"/>
            </a:pPr>
            <a:r>
              <a:rPr lang="en-US" sz="2000"/>
              <a:t>Flow over a Gaussian Hill </a:t>
            </a:r>
            <a:r>
              <a:rPr lang="en-US" sz="2000">
                <a:solidFill>
                  <a:srgbClr val="FF0000"/>
                </a:solidFill>
              </a:rPr>
              <a:t>&amp;</a:t>
            </a:r>
            <a:r>
              <a:rPr lang="en-US" sz="2000"/>
              <a:t> </a:t>
            </a:r>
            <a:r>
              <a:rPr lang="en-US" sz="2000">
                <a:solidFill>
                  <a:srgbClr val="FF0000"/>
                </a:solidFill>
              </a:rPr>
              <a:t>flow over multiple hills (?)</a:t>
            </a:r>
            <a:endParaRPr lang="en-US" sz="2000"/>
          </a:p>
          <a:p>
            <a:pPr marL="800100" lvl="1" indent="-342900">
              <a:buFontTx/>
              <a:buChar char="-"/>
            </a:pPr>
            <a:r>
              <a:rPr lang="en-US" sz="2000">
                <a:solidFill>
                  <a:srgbClr val="FF0000"/>
                </a:solidFill>
              </a:rPr>
              <a:t>Flow past and around trees (?)</a:t>
            </a:r>
          </a:p>
          <a:p>
            <a:pPr marL="342900" indent="-342900">
              <a:buFontTx/>
              <a:buChar char="-"/>
            </a:pPr>
            <a:r>
              <a:rPr lang="en-US" sz="2000"/>
              <a:t>Trajectory of a golf ball</a:t>
            </a:r>
            <a:endParaRPr lang="en-US" sz="2000">
              <a:highlight>
                <a:srgbClr val="FFFF00"/>
              </a:highlight>
            </a:endParaRPr>
          </a:p>
          <a:p>
            <a:pPr marL="800100" lvl="1" indent="-342900">
              <a:buFontTx/>
              <a:buChar char="-"/>
            </a:pPr>
            <a:r>
              <a:rPr lang="en-US" sz="2000">
                <a:highlight>
                  <a:srgbClr val="FFFF00"/>
                </a:highlight>
              </a:rPr>
              <a:t>Exact structure of trajectory section is still under construction</a:t>
            </a:r>
          </a:p>
          <a:p>
            <a:pPr marL="342900" indent="-342900">
              <a:buFontTx/>
              <a:buChar char="-"/>
            </a:pPr>
            <a:r>
              <a:rPr lang="en-US" sz="2000"/>
              <a:t>RANS theory</a:t>
            </a:r>
          </a:p>
        </p:txBody>
      </p:sp>
    </p:spTree>
    <p:extLst>
      <p:ext uri="{BB962C8B-B14F-4D97-AF65-F5344CB8AC3E}">
        <p14:creationId xmlns:p14="http://schemas.microsoft.com/office/powerpoint/2010/main" val="741335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F25D78C-ABC1-826B-0724-6072DAF2BC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ktangel: afrundede hjørner 11">
            <a:extLst>
              <a:ext uri="{FF2B5EF4-FFF2-40B4-BE49-F238E27FC236}">
                <a16:creationId xmlns:a16="http://schemas.microsoft.com/office/drawing/2014/main" id="{12DAD2CD-247E-E7F6-430B-A1CA37C690BC}"/>
              </a:ext>
            </a:extLst>
          </p:cNvPr>
          <p:cNvSpPr/>
          <p:nvPr/>
        </p:nvSpPr>
        <p:spPr>
          <a:xfrm>
            <a:off x="213360" y="361542"/>
            <a:ext cx="11765280" cy="581420"/>
          </a:xfrm>
          <a:prstGeom prst="roundRect">
            <a:avLst/>
          </a:prstGeom>
          <a:solidFill>
            <a:srgbClr val="3B5E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FF39B273-BCDC-7CDA-3C5D-D52A995B6E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3360" y="281412"/>
            <a:ext cx="11765280" cy="741680"/>
          </a:xfrm>
        </p:spPr>
        <p:txBody>
          <a:bodyPr>
            <a:normAutofit fontScale="90000"/>
          </a:bodyPr>
          <a:lstStyle/>
          <a:p>
            <a:pPr algn="l"/>
            <a:r>
              <a:rPr lang="en-US" sz="4800" b="1">
                <a:solidFill>
                  <a:schemeClr val="bg1"/>
                </a:solidFill>
              </a:rPr>
              <a:t>Structure</a:t>
            </a:r>
          </a:p>
        </p:txBody>
      </p:sp>
      <p:sp>
        <p:nvSpPr>
          <p:cNvPr id="5" name="Rektangel 4">
            <a:extLst>
              <a:ext uri="{FF2B5EF4-FFF2-40B4-BE49-F238E27FC236}">
                <a16:creationId xmlns:a16="http://schemas.microsoft.com/office/drawing/2014/main" id="{97021F8D-9173-1FAA-7B6E-37D75C15F52C}"/>
              </a:ext>
            </a:extLst>
          </p:cNvPr>
          <p:cNvSpPr/>
          <p:nvPr/>
        </p:nvSpPr>
        <p:spPr>
          <a:xfrm>
            <a:off x="0" y="6295234"/>
            <a:ext cx="12192000" cy="562708"/>
          </a:xfrm>
          <a:prstGeom prst="rect">
            <a:avLst/>
          </a:prstGeom>
          <a:solidFill>
            <a:srgbClr val="3B5E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" name="Tekstfelt 7">
            <a:extLst>
              <a:ext uri="{FF2B5EF4-FFF2-40B4-BE49-F238E27FC236}">
                <a16:creationId xmlns:a16="http://schemas.microsoft.com/office/drawing/2014/main" id="{594F2C51-4FD9-4707-5AD8-6C28C3AE5D64}"/>
              </a:ext>
            </a:extLst>
          </p:cNvPr>
          <p:cNvSpPr txBox="1"/>
          <p:nvPr/>
        </p:nvSpPr>
        <p:spPr>
          <a:xfrm>
            <a:off x="0" y="6334780"/>
            <a:ext cx="5598160" cy="52322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1400" noProof="0">
                <a:solidFill>
                  <a:srgbClr val="D6E1E1"/>
                </a:solidFill>
              </a:rPr>
              <a:t>Bachelor project: </a:t>
            </a:r>
          </a:p>
          <a:p>
            <a:r>
              <a:rPr lang="en-US" sz="1400" b="1" noProof="0">
                <a:solidFill>
                  <a:srgbClr val="D6E1E1"/>
                </a:solidFill>
              </a:rPr>
              <a:t>CFD and ROM of Flow over a Golf Court</a:t>
            </a:r>
            <a:endParaRPr lang="en-US" sz="1400" noProof="0">
              <a:solidFill>
                <a:srgbClr val="D6E1E1"/>
              </a:solidFill>
            </a:endParaRPr>
          </a:p>
        </p:txBody>
      </p:sp>
      <p:sp>
        <p:nvSpPr>
          <p:cNvPr id="9" name="Rektangel 8">
            <a:extLst>
              <a:ext uri="{FF2B5EF4-FFF2-40B4-BE49-F238E27FC236}">
                <a16:creationId xmlns:a16="http://schemas.microsoft.com/office/drawing/2014/main" id="{96677072-022B-4CD1-7A61-C61C4FE1F816}"/>
              </a:ext>
            </a:extLst>
          </p:cNvPr>
          <p:cNvSpPr/>
          <p:nvPr/>
        </p:nvSpPr>
        <p:spPr>
          <a:xfrm>
            <a:off x="0" y="0"/>
            <a:ext cx="12192000" cy="162560"/>
          </a:xfrm>
          <a:prstGeom prst="rect">
            <a:avLst/>
          </a:prstGeom>
          <a:solidFill>
            <a:srgbClr val="3B5E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1" name="Pladsholder til slidenummer 10">
            <a:extLst>
              <a:ext uri="{FF2B5EF4-FFF2-40B4-BE49-F238E27FC236}">
                <a16:creationId xmlns:a16="http://schemas.microsoft.com/office/drawing/2014/main" id="{0881DDDF-E10E-EE08-696F-6CF390AA34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77680" y="6413826"/>
            <a:ext cx="2743200" cy="365125"/>
          </a:xfrm>
        </p:spPr>
        <p:txBody>
          <a:bodyPr/>
          <a:lstStyle/>
          <a:p>
            <a:fld id="{4BF56B02-4AF6-4FAD-8624-917FD1E581F9}" type="slidenum">
              <a:rPr lang="en-US" sz="1600" b="1" noProof="0" smtClean="0">
                <a:solidFill>
                  <a:srgbClr val="D6E1E1"/>
                </a:solidFill>
              </a:rPr>
              <a:t>11</a:t>
            </a:fld>
            <a:endParaRPr lang="en-US" b="1" noProof="0">
              <a:solidFill>
                <a:srgbClr val="D6E1E1"/>
              </a:solidFill>
            </a:endParaRPr>
          </a:p>
        </p:txBody>
      </p:sp>
      <p:sp>
        <p:nvSpPr>
          <p:cNvPr id="22" name="Tekstfelt 21">
            <a:extLst>
              <a:ext uri="{FF2B5EF4-FFF2-40B4-BE49-F238E27FC236}">
                <a16:creationId xmlns:a16="http://schemas.microsoft.com/office/drawing/2014/main" id="{7B6ED785-CD50-B551-BA3D-FD3410A01610}"/>
              </a:ext>
            </a:extLst>
          </p:cNvPr>
          <p:cNvSpPr txBox="1"/>
          <p:nvPr/>
        </p:nvSpPr>
        <p:spPr>
          <a:xfrm>
            <a:off x="260984" y="1220225"/>
            <a:ext cx="1171765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/>
              <a:t>To achieve this, we have the following structure which we can take a closer look at:</a:t>
            </a:r>
          </a:p>
        </p:txBody>
      </p:sp>
      <p:sp>
        <p:nvSpPr>
          <p:cNvPr id="10" name="Tekstfelt 9">
            <a:extLst>
              <a:ext uri="{FF2B5EF4-FFF2-40B4-BE49-F238E27FC236}">
                <a16:creationId xmlns:a16="http://schemas.microsoft.com/office/drawing/2014/main" id="{2C0EF35E-4772-AE88-2667-C1DF2FC7902F}"/>
              </a:ext>
            </a:extLst>
          </p:cNvPr>
          <p:cNvSpPr txBox="1"/>
          <p:nvPr/>
        </p:nvSpPr>
        <p:spPr>
          <a:xfrm>
            <a:off x="260984" y="1710751"/>
            <a:ext cx="6110286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>
                <a:solidFill>
                  <a:schemeClr val="bg1">
                    <a:lumMod val="85000"/>
                  </a:schemeClr>
                </a:solidFill>
              </a:rPr>
              <a:t>Abstract </a:t>
            </a:r>
          </a:p>
          <a:p>
            <a:r>
              <a:rPr lang="en-US" sz="1800" b="1">
                <a:solidFill>
                  <a:schemeClr val="bg1">
                    <a:lumMod val="85000"/>
                  </a:schemeClr>
                </a:solidFill>
              </a:rPr>
              <a:t>Preface</a:t>
            </a:r>
          </a:p>
          <a:p>
            <a:r>
              <a:rPr lang="en-US" sz="1800" b="1">
                <a:solidFill>
                  <a:schemeClr val="bg1">
                    <a:lumMod val="85000"/>
                  </a:schemeClr>
                </a:solidFill>
              </a:rPr>
              <a:t>Acknowledgements</a:t>
            </a:r>
          </a:p>
          <a:p>
            <a:pPr marL="457200" indent="-457200">
              <a:buAutoNum type="arabicPeriod"/>
            </a:pPr>
            <a:r>
              <a:rPr lang="en-US" sz="1800" b="1">
                <a:solidFill>
                  <a:schemeClr val="bg1">
                    <a:lumMod val="85000"/>
                  </a:schemeClr>
                </a:solidFill>
              </a:rPr>
              <a:t>Introduction</a:t>
            </a:r>
          </a:p>
          <a:p>
            <a:pPr marL="457200" indent="-457200">
              <a:buAutoNum type="arabicPeriod"/>
            </a:pPr>
            <a:r>
              <a:rPr lang="en-US" b="1">
                <a:solidFill>
                  <a:schemeClr val="bg2">
                    <a:lumMod val="90000"/>
                  </a:schemeClr>
                </a:solidFill>
              </a:rPr>
              <a:t>Theory</a:t>
            </a:r>
          </a:p>
          <a:p>
            <a:pPr marL="457200" indent="-457200">
              <a:buAutoNum type="arabicPeriod"/>
            </a:pPr>
            <a:r>
              <a:rPr lang="en-US" sz="1800" b="1"/>
              <a:t>Data</a:t>
            </a:r>
          </a:p>
          <a:p>
            <a:pPr marL="457200" indent="-457200">
              <a:buAutoNum type="arabicPeriod"/>
            </a:pPr>
            <a:r>
              <a:rPr lang="en-US" sz="1800" b="1">
                <a:solidFill>
                  <a:schemeClr val="bg1">
                    <a:lumMod val="85000"/>
                  </a:schemeClr>
                </a:solidFill>
              </a:rPr>
              <a:t>Modelling</a:t>
            </a:r>
          </a:p>
          <a:p>
            <a:pPr marL="457200" indent="-457200">
              <a:buAutoNum type="arabicPeriod"/>
            </a:pPr>
            <a:r>
              <a:rPr lang="en-US" sz="1800" b="1">
                <a:solidFill>
                  <a:schemeClr val="bg1">
                    <a:lumMod val="85000"/>
                  </a:schemeClr>
                </a:solidFill>
              </a:rPr>
              <a:t>Results</a:t>
            </a:r>
          </a:p>
          <a:p>
            <a:pPr marL="457200" indent="-457200">
              <a:buAutoNum type="arabicPeriod"/>
            </a:pPr>
            <a:r>
              <a:rPr lang="en-US" sz="1800" b="1">
                <a:solidFill>
                  <a:schemeClr val="bg1">
                    <a:lumMod val="85000"/>
                  </a:schemeClr>
                </a:solidFill>
              </a:rPr>
              <a:t>Analysis</a:t>
            </a:r>
          </a:p>
          <a:p>
            <a:pPr marL="457200" indent="-457200">
              <a:buAutoNum type="arabicPeriod"/>
            </a:pPr>
            <a:r>
              <a:rPr lang="en-US" sz="1800" b="1">
                <a:solidFill>
                  <a:schemeClr val="bg1">
                    <a:lumMod val="85000"/>
                  </a:schemeClr>
                </a:solidFill>
              </a:rPr>
              <a:t>Discussion</a:t>
            </a:r>
          </a:p>
          <a:p>
            <a:pPr marL="457200" indent="-457200">
              <a:buAutoNum type="arabicPeriod"/>
            </a:pPr>
            <a:r>
              <a:rPr lang="en-US" sz="1800" b="1">
                <a:solidFill>
                  <a:schemeClr val="bg1">
                    <a:lumMod val="85000"/>
                  </a:schemeClr>
                </a:solidFill>
              </a:rPr>
              <a:t>Conclusion</a:t>
            </a:r>
          </a:p>
        </p:txBody>
      </p:sp>
      <p:sp>
        <p:nvSpPr>
          <p:cNvPr id="3" name="Tekstfelt 2">
            <a:extLst>
              <a:ext uri="{FF2B5EF4-FFF2-40B4-BE49-F238E27FC236}">
                <a16:creationId xmlns:a16="http://schemas.microsoft.com/office/drawing/2014/main" id="{509DD198-A862-93D3-8540-4937222E53CB}"/>
              </a:ext>
            </a:extLst>
          </p:cNvPr>
          <p:cNvSpPr txBox="1"/>
          <p:nvPr/>
        </p:nvSpPr>
        <p:spPr>
          <a:xfrm>
            <a:off x="4038601" y="1710751"/>
            <a:ext cx="7940038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/>
              <a:t>3. Data</a:t>
            </a:r>
            <a:endParaRPr lang="en-US" sz="2000"/>
          </a:p>
          <a:p>
            <a:pPr marL="342900" indent="-342900">
              <a:buFontTx/>
              <a:buChar char="-"/>
            </a:pPr>
            <a:r>
              <a:rPr lang="en-US" sz="2000"/>
              <a:t>Terrain cases</a:t>
            </a:r>
          </a:p>
          <a:p>
            <a:pPr marL="800100" lvl="1" indent="-342900">
              <a:buFontTx/>
              <a:buChar char="-"/>
            </a:pPr>
            <a:r>
              <a:rPr lang="en-US" sz="2000"/>
              <a:t>Flat terrain (varying roughness)</a:t>
            </a:r>
          </a:p>
          <a:p>
            <a:pPr marL="800100" lvl="1" indent="-342900">
              <a:buFontTx/>
              <a:buChar char="-"/>
            </a:pPr>
            <a:r>
              <a:rPr lang="en-US" sz="2000"/>
              <a:t>Terrain with hill or ridge (varying height/width)</a:t>
            </a:r>
          </a:p>
          <a:p>
            <a:pPr marL="800100" lvl="1" indent="-342900">
              <a:buFontTx/>
              <a:buChar char="-"/>
            </a:pPr>
            <a:r>
              <a:rPr lang="en-US" sz="2000"/>
              <a:t>Fairway corridor (varying height/width)</a:t>
            </a:r>
          </a:p>
          <a:p>
            <a:pPr marL="342900" indent="-342900">
              <a:buFontTx/>
              <a:buChar char="-"/>
            </a:pPr>
            <a:r>
              <a:rPr lang="en-US" sz="2000"/>
              <a:t>Wind test cases</a:t>
            </a:r>
          </a:p>
          <a:p>
            <a:pPr marL="800100" lvl="1" indent="-342900">
              <a:buFontTx/>
              <a:buChar char="-"/>
            </a:pPr>
            <a:r>
              <a:rPr lang="en-US" sz="2000"/>
              <a:t>Example: 0°, 45°, 90°, 135°, 180° misalignment  </a:t>
            </a:r>
          </a:p>
          <a:p>
            <a:pPr marL="342900" indent="-342900">
              <a:buFontTx/>
              <a:buChar char="-"/>
            </a:pPr>
            <a:r>
              <a:rPr lang="en-US" sz="2000"/>
              <a:t>Standard golf shot cases</a:t>
            </a:r>
          </a:p>
          <a:p>
            <a:pPr marL="342900" indent="-342900">
              <a:buFontTx/>
              <a:buChar char="-"/>
            </a:pPr>
            <a:r>
              <a:rPr lang="en-US" sz="2000"/>
              <a:t>RANS simulations based on combinations of terrain and wind cases</a:t>
            </a:r>
          </a:p>
          <a:p>
            <a:pPr marL="342900" indent="-342900">
              <a:buFontTx/>
              <a:buChar char="-"/>
            </a:pPr>
            <a:endParaRPr lang="en-US" sz="2000"/>
          </a:p>
          <a:p>
            <a:endParaRPr lang="en-US" sz="2000" b="1"/>
          </a:p>
        </p:txBody>
      </p:sp>
    </p:spTree>
    <p:extLst>
      <p:ext uri="{BB962C8B-B14F-4D97-AF65-F5344CB8AC3E}">
        <p14:creationId xmlns:p14="http://schemas.microsoft.com/office/powerpoint/2010/main" val="42008590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17840BE-4710-479D-4955-5DE4925422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ktangel: afrundede hjørner 11">
            <a:extLst>
              <a:ext uri="{FF2B5EF4-FFF2-40B4-BE49-F238E27FC236}">
                <a16:creationId xmlns:a16="http://schemas.microsoft.com/office/drawing/2014/main" id="{38187B99-A34F-F34F-357B-D008D61B4028}"/>
              </a:ext>
            </a:extLst>
          </p:cNvPr>
          <p:cNvSpPr/>
          <p:nvPr/>
        </p:nvSpPr>
        <p:spPr>
          <a:xfrm>
            <a:off x="213360" y="361542"/>
            <a:ext cx="11765280" cy="581420"/>
          </a:xfrm>
          <a:prstGeom prst="roundRect">
            <a:avLst/>
          </a:prstGeom>
          <a:solidFill>
            <a:srgbClr val="3B5E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590ACCE-4B16-24C2-9501-61E1624909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3360" y="281412"/>
            <a:ext cx="11765280" cy="741680"/>
          </a:xfrm>
        </p:spPr>
        <p:txBody>
          <a:bodyPr>
            <a:normAutofit fontScale="90000"/>
          </a:bodyPr>
          <a:lstStyle/>
          <a:p>
            <a:pPr algn="l"/>
            <a:r>
              <a:rPr lang="en-US" sz="4800" b="1">
                <a:solidFill>
                  <a:schemeClr val="bg1"/>
                </a:solidFill>
              </a:rPr>
              <a:t>Structure</a:t>
            </a:r>
          </a:p>
        </p:txBody>
      </p:sp>
      <p:sp>
        <p:nvSpPr>
          <p:cNvPr id="5" name="Rektangel 4">
            <a:extLst>
              <a:ext uri="{FF2B5EF4-FFF2-40B4-BE49-F238E27FC236}">
                <a16:creationId xmlns:a16="http://schemas.microsoft.com/office/drawing/2014/main" id="{189E557B-6DD9-2812-6D04-EDE82665076F}"/>
              </a:ext>
            </a:extLst>
          </p:cNvPr>
          <p:cNvSpPr/>
          <p:nvPr/>
        </p:nvSpPr>
        <p:spPr>
          <a:xfrm>
            <a:off x="0" y="6295234"/>
            <a:ext cx="12192000" cy="562708"/>
          </a:xfrm>
          <a:prstGeom prst="rect">
            <a:avLst/>
          </a:prstGeom>
          <a:solidFill>
            <a:srgbClr val="3B5E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" name="Tekstfelt 7">
            <a:extLst>
              <a:ext uri="{FF2B5EF4-FFF2-40B4-BE49-F238E27FC236}">
                <a16:creationId xmlns:a16="http://schemas.microsoft.com/office/drawing/2014/main" id="{F4EA1334-FFBA-B730-BEFD-3F0740690076}"/>
              </a:ext>
            </a:extLst>
          </p:cNvPr>
          <p:cNvSpPr txBox="1"/>
          <p:nvPr/>
        </p:nvSpPr>
        <p:spPr>
          <a:xfrm>
            <a:off x="0" y="6334780"/>
            <a:ext cx="5598160" cy="52322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1400" noProof="0">
                <a:solidFill>
                  <a:srgbClr val="D6E1E1"/>
                </a:solidFill>
              </a:rPr>
              <a:t>Bachelor project: </a:t>
            </a:r>
          </a:p>
          <a:p>
            <a:r>
              <a:rPr lang="en-US" sz="1400" b="1" noProof="0">
                <a:solidFill>
                  <a:srgbClr val="D6E1E1"/>
                </a:solidFill>
              </a:rPr>
              <a:t>CFD and ROM of Flow over a Golf Court</a:t>
            </a:r>
            <a:endParaRPr lang="en-US" sz="1400" noProof="0">
              <a:solidFill>
                <a:srgbClr val="D6E1E1"/>
              </a:solidFill>
            </a:endParaRPr>
          </a:p>
        </p:txBody>
      </p:sp>
      <p:sp>
        <p:nvSpPr>
          <p:cNvPr id="9" name="Rektangel 8">
            <a:extLst>
              <a:ext uri="{FF2B5EF4-FFF2-40B4-BE49-F238E27FC236}">
                <a16:creationId xmlns:a16="http://schemas.microsoft.com/office/drawing/2014/main" id="{04323FB6-FC78-018D-EDB7-0569D10B5744}"/>
              </a:ext>
            </a:extLst>
          </p:cNvPr>
          <p:cNvSpPr/>
          <p:nvPr/>
        </p:nvSpPr>
        <p:spPr>
          <a:xfrm>
            <a:off x="0" y="0"/>
            <a:ext cx="12192000" cy="162560"/>
          </a:xfrm>
          <a:prstGeom prst="rect">
            <a:avLst/>
          </a:prstGeom>
          <a:solidFill>
            <a:srgbClr val="3B5E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1" name="Pladsholder til slidenummer 10">
            <a:extLst>
              <a:ext uri="{FF2B5EF4-FFF2-40B4-BE49-F238E27FC236}">
                <a16:creationId xmlns:a16="http://schemas.microsoft.com/office/drawing/2014/main" id="{22B83A62-FDDD-6290-4691-CC521FD57A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77680" y="6413826"/>
            <a:ext cx="2743200" cy="365125"/>
          </a:xfrm>
        </p:spPr>
        <p:txBody>
          <a:bodyPr/>
          <a:lstStyle/>
          <a:p>
            <a:fld id="{4BF56B02-4AF6-4FAD-8624-917FD1E581F9}" type="slidenum">
              <a:rPr lang="en-US" sz="1600" b="1" noProof="0" smtClean="0">
                <a:solidFill>
                  <a:srgbClr val="D6E1E1"/>
                </a:solidFill>
              </a:rPr>
              <a:t>12</a:t>
            </a:fld>
            <a:endParaRPr lang="en-US" b="1" noProof="0">
              <a:solidFill>
                <a:srgbClr val="D6E1E1"/>
              </a:solidFill>
            </a:endParaRPr>
          </a:p>
        </p:txBody>
      </p:sp>
      <p:sp>
        <p:nvSpPr>
          <p:cNvPr id="22" name="Tekstfelt 21">
            <a:extLst>
              <a:ext uri="{FF2B5EF4-FFF2-40B4-BE49-F238E27FC236}">
                <a16:creationId xmlns:a16="http://schemas.microsoft.com/office/drawing/2014/main" id="{2B24946B-43F7-5234-1CAC-3185522C92E7}"/>
              </a:ext>
            </a:extLst>
          </p:cNvPr>
          <p:cNvSpPr txBox="1"/>
          <p:nvPr/>
        </p:nvSpPr>
        <p:spPr>
          <a:xfrm>
            <a:off x="260984" y="1220225"/>
            <a:ext cx="1171765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/>
              <a:t>To achieve this, we have the following structure which we can take a closer look at:</a:t>
            </a:r>
          </a:p>
        </p:txBody>
      </p:sp>
      <p:sp>
        <p:nvSpPr>
          <p:cNvPr id="10" name="Tekstfelt 9">
            <a:extLst>
              <a:ext uri="{FF2B5EF4-FFF2-40B4-BE49-F238E27FC236}">
                <a16:creationId xmlns:a16="http://schemas.microsoft.com/office/drawing/2014/main" id="{EAC4C646-DBD2-3451-816F-D73CEA0FBC7E}"/>
              </a:ext>
            </a:extLst>
          </p:cNvPr>
          <p:cNvSpPr txBox="1"/>
          <p:nvPr/>
        </p:nvSpPr>
        <p:spPr>
          <a:xfrm>
            <a:off x="260984" y="1710751"/>
            <a:ext cx="6110286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>
                <a:solidFill>
                  <a:schemeClr val="bg1">
                    <a:lumMod val="85000"/>
                  </a:schemeClr>
                </a:solidFill>
              </a:rPr>
              <a:t>Abstract </a:t>
            </a:r>
          </a:p>
          <a:p>
            <a:r>
              <a:rPr lang="en-US" sz="1800" b="1">
                <a:solidFill>
                  <a:schemeClr val="bg1">
                    <a:lumMod val="85000"/>
                  </a:schemeClr>
                </a:solidFill>
              </a:rPr>
              <a:t>Preface</a:t>
            </a:r>
          </a:p>
          <a:p>
            <a:r>
              <a:rPr lang="en-US" sz="1800" b="1">
                <a:solidFill>
                  <a:schemeClr val="bg1">
                    <a:lumMod val="85000"/>
                  </a:schemeClr>
                </a:solidFill>
              </a:rPr>
              <a:t>Acknowledgements</a:t>
            </a:r>
          </a:p>
          <a:p>
            <a:pPr marL="457200" indent="-457200">
              <a:buAutoNum type="arabicPeriod"/>
            </a:pPr>
            <a:r>
              <a:rPr lang="en-US" sz="1800" b="1">
                <a:solidFill>
                  <a:schemeClr val="bg1">
                    <a:lumMod val="85000"/>
                  </a:schemeClr>
                </a:solidFill>
              </a:rPr>
              <a:t>Introduction</a:t>
            </a:r>
          </a:p>
          <a:p>
            <a:pPr marL="457200" indent="-457200">
              <a:buAutoNum type="arabicPeriod"/>
            </a:pPr>
            <a:r>
              <a:rPr lang="en-US" b="1">
                <a:solidFill>
                  <a:schemeClr val="bg2">
                    <a:lumMod val="90000"/>
                  </a:schemeClr>
                </a:solidFill>
              </a:rPr>
              <a:t>Theory</a:t>
            </a:r>
          </a:p>
          <a:p>
            <a:pPr marL="457200" indent="-457200">
              <a:buAutoNum type="arabicPeriod"/>
            </a:pPr>
            <a:r>
              <a:rPr lang="en-US" sz="1800" b="1">
                <a:solidFill>
                  <a:schemeClr val="bg2">
                    <a:lumMod val="90000"/>
                  </a:schemeClr>
                </a:solidFill>
              </a:rPr>
              <a:t>Data</a:t>
            </a:r>
          </a:p>
          <a:p>
            <a:pPr marL="457200" indent="-457200">
              <a:buAutoNum type="arabicPeriod"/>
            </a:pPr>
            <a:r>
              <a:rPr lang="en-US" sz="1800" b="1"/>
              <a:t>Modelling</a:t>
            </a:r>
            <a:endParaRPr lang="en-US" sz="1800" b="1">
              <a:solidFill>
                <a:schemeClr val="bg1">
                  <a:lumMod val="85000"/>
                </a:schemeClr>
              </a:solidFill>
            </a:endParaRPr>
          </a:p>
          <a:p>
            <a:pPr marL="457200" indent="-457200">
              <a:buAutoNum type="arabicPeriod"/>
            </a:pPr>
            <a:r>
              <a:rPr lang="en-US" sz="1800" b="1">
                <a:solidFill>
                  <a:schemeClr val="bg1">
                    <a:lumMod val="85000"/>
                  </a:schemeClr>
                </a:solidFill>
              </a:rPr>
              <a:t>Results </a:t>
            </a:r>
            <a:endParaRPr lang="en-US" b="1">
              <a:solidFill>
                <a:schemeClr val="bg1">
                  <a:lumMod val="85000"/>
                </a:schemeClr>
              </a:solidFill>
            </a:endParaRPr>
          </a:p>
          <a:p>
            <a:pPr marL="457200" indent="-457200">
              <a:buAutoNum type="arabicPeriod"/>
            </a:pPr>
            <a:r>
              <a:rPr lang="en-US" sz="1800" b="1">
                <a:solidFill>
                  <a:schemeClr val="bg1">
                    <a:lumMod val="85000"/>
                  </a:schemeClr>
                </a:solidFill>
              </a:rPr>
              <a:t>Analysis</a:t>
            </a:r>
          </a:p>
          <a:p>
            <a:pPr marL="457200" indent="-457200">
              <a:buAutoNum type="arabicPeriod"/>
            </a:pPr>
            <a:r>
              <a:rPr lang="en-US" sz="1800" b="1">
                <a:solidFill>
                  <a:schemeClr val="bg1">
                    <a:lumMod val="85000"/>
                  </a:schemeClr>
                </a:solidFill>
              </a:rPr>
              <a:t>Discussion</a:t>
            </a:r>
          </a:p>
          <a:p>
            <a:pPr marL="457200" indent="-457200">
              <a:buAutoNum type="arabicPeriod"/>
            </a:pPr>
            <a:r>
              <a:rPr lang="en-US" sz="1800" b="1">
                <a:solidFill>
                  <a:schemeClr val="bg1">
                    <a:lumMod val="85000"/>
                  </a:schemeClr>
                </a:solidFill>
              </a:rPr>
              <a:t>Conclusion</a:t>
            </a:r>
          </a:p>
        </p:txBody>
      </p:sp>
      <p:sp>
        <p:nvSpPr>
          <p:cNvPr id="3" name="Tekstfelt 2">
            <a:extLst>
              <a:ext uri="{FF2B5EF4-FFF2-40B4-BE49-F238E27FC236}">
                <a16:creationId xmlns:a16="http://schemas.microsoft.com/office/drawing/2014/main" id="{02C2B63B-0F3F-BE9F-447B-7708F6655B23}"/>
              </a:ext>
            </a:extLst>
          </p:cNvPr>
          <p:cNvSpPr txBox="1"/>
          <p:nvPr/>
        </p:nvSpPr>
        <p:spPr>
          <a:xfrm>
            <a:off x="4038601" y="1710751"/>
            <a:ext cx="7940038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/>
              <a:t>4. Modelling</a:t>
            </a:r>
            <a:endParaRPr lang="en-US" sz="2000"/>
          </a:p>
          <a:p>
            <a:pPr marL="342900" indent="-342900">
              <a:buFontTx/>
              <a:buChar char="-"/>
            </a:pPr>
            <a:r>
              <a:rPr lang="en-US" sz="2000"/>
              <a:t>Modelling of RANS simulations</a:t>
            </a:r>
          </a:p>
          <a:p>
            <a:pPr marL="800100" lvl="1" indent="-342900">
              <a:buFontTx/>
              <a:buChar char="-"/>
            </a:pPr>
            <a:r>
              <a:rPr lang="en-US" sz="2000" err="1"/>
              <a:t>EllipSys</a:t>
            </a:r>
            <a:r>
              <a:rPr lang="en-US" sz="2000"/>
              <a:t> &amp; </a:t>
            </a:r>
            <a:r>
              <a:rPr lang="en-US" sz="2000" err="1"/>
              <a:t>PyWakeEllipSys</a:t>
            </a:r>
            <a:endParaRPr lang="en-US" sz="2000"/>
          </a:p>
          <a:p>
            <a:pPr marL="800100" lvl="1" indent="-342900">
              <a:buFontTx/>
              <a:buChar char="-"/>
            </a:pPr>
            <a:r>
              <a:rPr lang="en-US" sz="2000"/>
              <a:t>Modelling of terrain test cases</a:t>
            </a:r>
          </a:p>
          <a:p>
            <a:pPr marL="800100" lvl="1" indent="-342900">
              <a:buFontTx/>
              <a:buChar char="-"/>
            </a:pPr>
            <a:r>
              <a:rPr lang="en-US" sz="2000"/>
              <a:t>Post processing for trajectory model</a:t>
            </a:r>
          </a:p>
          <a:p>
            <a:pPr marL="342900" indent="-342900">
              <a:buFontTx/>
              <a:buChar char="-"/>
            </a:pPr>
            <a:r>
              <a:rPr lang="en-US" sz="2000"/>
              <a:t>Modelling of golf trajectory</a:t>
            </a:r>
          </a:p>
          <a:p>
            <a:pPr marL="800100" lvl="1" indent="-342900">
              <a:buFontTx/>
              <a:buChar char="-"/>
            </a:pPr>
            <a:r>
              <a:rPr lang="en-US" sz="2000"/>
              <a:t>Physics implementation: Trajectory</a:t>
            </a:r>
          </a:p>
          <a:p>
            <a:pPr marL="800100" lvl="1" indent="-342900">
              <a:buFontTx/>
              <a:buChar char="-"/>
            </a:pPr>
            <a:r>
              <a:rPr lang="en-US" sz="2000"/>
              <a:t>Interpolation in RANS data</a:t>
            </a:r>
          </a:p>
          <a:p>
            <a:pPr marL="800100" lvl="1" indent="-342900">
              <a:buFontTx/>
              <a:buChar char="-"/>
            </a:pPr>
            <a:r>
              <a:rPr lang="en-US" sz="2000"/>
              <a:t>Optimization</a:t>
            </a:r>
          </a:p>
          <a:p>
            <a:pPr marL="800100" lvl="1" indent="-342900">
              <a:buFontTx/>
              <a:buChar char="-"/>
            </a:pPr>
            <a:r>
              <a:rPr lang="en-US" sz="2000">
                <a:solidFill>
                  <a:srgbClr val="94A9DC"/>
                </a:solidFill>
              </a:rPr>
              <a:t>Implementation of stochastic TKE in the model (?)</a:t>
            </a:r>
          </a:p>
          <a:p>
            <a:pPr marL="800100" lvl="1" indent="-342900">
              <a:buFontTx/>
              <a:buChar char="-"/>
            </a:pPr>
            <a:endParaRPr lang="en-US" sz="2000"/>
          </a:p>
          <a:p>
            <a:pPr marL="800100" lvl="1" indent="-342900">
              <a:buFontTx/>
              <a:buChar char="-"/>
            </a:pPr>
            <a:endParaRPr lang="en-US" sz="2000"/>
          </a:p>
          <a:p>
            <a:pPr marL="800100" lvl="1" indent="-342900">
              <a:buFontTx/>
              <a:buChar char="-"/>
            </a:pPr>
            <a:endParaRPr lang="en-US" sz="2000"/>
          </a:p>
          <a:p>
            <a:pPr marL="342900" indent="-342900">
              <a:buFontTx/>
              <a:buChar char="-"/>
            </a:pPr>
            <a:endParaRPr lang="en-US" sz="2000"/>
          </a:p>
          <a:p>
            <a:endParaRPr lang="en-US" sz="2000" b="1"/>
          </a:p>
        </p:txBody>
      </p:sp>
    </p:spTree>
    <p:extLst>
      <p:ext uri="{BB962C8B-B14F-4D97-AF65-F5344CB8AC3E}">
        <p14:creationId xmlns:p14="http://schemas.microsoft.com/office/powerpoint/2010/main" val="30444780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DAED2C-5212-CEAF-333B-8CBE91E09C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ktangel: afrundede hjørner 11">
            <a:extLst>
              <a:ext uri="{FF2B5EF4-FFF2-40B4-BE49-F238E27FC236}">
                <a16:creationId xmlns:a16="http://schemas.microsoft.com/office/drawing/2014/main" id="{50520FD6-53CC-2A93-5201-80831A0FD13E}"/>
              </a:ext>
            </a:extLst>
          </p:cNvPr>
          <p:cNvSpPr/>
          <p:nvPr/>
        </p:nvSpPr>
        <p:spPr>
          <a:xfrm>
            <a:off x="213360" y="361542"/>
            <a:ext cx="11765280" cy="581420"/>
          </a:xfrm>
          <a:prstGeom prst="roundRect">
            <a:avLst/>
          </a:prstGeom>
          <a:solidFill>
            <a:srgbClr val="3B5E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76E6E93-0474-C8D0-20B5-4379E48BF1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3360" y="281412"/>
            <a:ext cx="11765280" cy="741680"/>
          </a:xfrm>
        </p:spPr>
        <p:txBody>
          <a:bodyPr>
            <a:normAutofit fontScale="90000"/>
          </a:bodyPr>
          <a:lstStyle/>
          <a:p>
            <a:pPr algn="l"/>
            <a:r>
              <a:rPr lang="en-US" sz="4800" b="1">
                <a:solidFill>
                  <a:schemeClr val="bg1"/>
                </a:solidFill>
              </a:rPr>
              <a:t>Structure</a:t>
            </a:r>
          </a:p>
        </p:txBody>
      </p:sp>
      <p:sp>
        <p:nvSpPr>
          <p:cNvPr id="5" name="Rektangel 4">
            <a:extLst>
              <a:ext uri="{FF2B5EF4-FFF2-40B4-BE49-F238E27FC236}">
                <a16:creationId xmlns:a16="http://schemas.microsoft.com/office/drawing/2014/main" id="{205D9982-52FF-1C88-A5E5-397E5C0877A6}"/>
              </a:ext>
            </a:extLst>
          </p:cNvPr>
          <p:cNvSpPr/>
          <p:nvPr/>
        </p:nvSpPr>
        <p:spPr>
          <a:xfrm>
            <a:off x="0" y="6295234"/>
            <a:ext cx="12192000" cy="562708"/>
          </a:xfrm>
          <a:prstGeom prst="rect">
            <a:avLst/>
          </a:prstGeom>
          <a:solidFill>
            <a:srgbClr val="3B5E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" name="Tekstfelt 7">
            <a:extLst>
              <a:ext uri="{FF2B5EF4-FFF2-40B4-BE49-F238E27FC236}">
                <a16:creationId xmlns:a16="http://schemas.microsoft.com/office/drawing/2014/main" id="{E8251916-82FF-C1B5-1656-9ED578D0377D}"/>
              </a:ext>
            </a:extLst>
          </p:cNvPr>
          <p:cNvSpPr txBox="1"/>
          <p:nvPr/>
        </p:nvSpPr>
        <p:spPr>
          <a:xfrm>
            <a:off x="0" y="6334780"/>
            <a:ext cx="5598160" cy="52322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1400" noProof="0">
                <a:solidFill>
                  <a:srgbClr val="D6E1E1"/>
                </a:solidFill>
              </a:rPr>
              <a:t>Bachelor project: </a:t>
            </a:r>
          </a:p>
          <a:p>
            <a:r>
              <a:rPr lang="en-US" sz="1400" b="1" noProof="0">
                <a:solidFill>
                  <a:srgbClr val="D6E1E1"/>
                </a:solidFill>
              </a:rPr>
              <a:t>CFD and ROM of Flow over a Golf Court</a:t>
            </a:r>
            <a:endParaRPr lang="en-US" sz="1400" noProof="0">
              <a:solidFill>
                <a:srgbClr val="D6E1E1"/>
              </a:solidFill>
            </a:endParaRPr>
          </a:p>
        </p:txBody>
      </p:sp>
      <p:sp>
        <p:nvSpPr>
          <p:cNvPr id="9" name="Rektangel 8">
            <a:extLst>
              <a:ext uri="{FF2B5EF4-FFF2-40B4-BE49-F238E27FC236}">
                <a16:creationId xmlns:a16="http://schemas.microsoft.com/office/drawing/2014/main" id="{52741A32-1965-AD85-DD0C-C644D2E5ABDB}"/>
              </a:ext>
            </a:extLst>
          </p:cNvPr>
          <p:cNvSpPr/>
          <p:nvPr/>
        </p:nvSpPr>
        <p:spPr>
          <a:xfrm>
            <a:off x="0" y="0"/>
            <a:ext cx="12192000" cy="162560"/>
          </a:xfrm>
          <a:prstGeom prst="rect">
            <a:avLst/>
          </a:prstGeom>
          <a:solidFill>
            <a:srgbClr val="3B5E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1" name="Pladsholder til slidenummer 10">
            <a:extLst>
              <a:ext uri="{FF2B5EF4-FFF2-40B4-BE49-F238E27FC236}">
                <a16:creationId xmlns:a16="http://schemas.microsoft.com/office/drawing/2014/main" id="{CDC85C83-9696-F315-2821-AA4DE552E8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77680" y="6413826"/>
            <a:ext cx="2743200" cy="365125"/>
          </a:xfrm>
        </p:spPr>
        <p:txBody>
          <a:bodyPr/>
          <a:lstStyle/>
          <a:p>
            <a:fld id="{4BF56B02-4AF6-4FAD-8624-917FD1E581F9}" type="slidenum">
              <a:rPr lang="en-US" sz="1600" b="1" noProof="0" smtClean="0">
                <a:solidFill>
                  <a:srgbClr val="D6E1E1"/>
                </a:solidFill>
              </a:rPr>
              <a:t>13</a:t>
            </a:fld>
            <a:endParaRPr lang="en-US" b="1" noProof="0">
              <a:solidFill>
                <a:srgbClr val="D6E1E1"/>
              </a:solidFill>
            </a:endParaRPr>
          </a:p>
        </p:txBody>
      </p:sp>
      <p:sp>
        <p:nvSpPr>
          <p:cNvPr id="22" name="Tekstfelt 21">
            <a:extLst>
              <a:ext uri="{FF2B5EF4-FFF2-40B4-BE49-F238E27FC236}">
                <a16:creationId xmlns:a16="http://schemas.microsoft.com/office/drawing/2014/main" id="{20193A4F-582B-ED11-8B21-054E33C07E51}"/>
              </a:ext>
            </a:extLst>
          </p:cNvPr>
          <p:cNvSpPr txBox="1"/>
          <p:nvPr/>
        </p:nvSpPr>
        <p:spPr>
          <a:xfrm>
            <a:off x="260984" y="1220225"/>
            <a:ext cx="1171765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/>
              <a:t>To achieve this, we have the following structure which we can take a closer look at:</a:t>
            </a:r>
          </a:p>
        </p:txBody>
      </p:sp>
      <p:sp>
        <p:nvSpPr>
          <p:cNvPr id="10" name="Tekstfelt 9">
            <a:extLst>
              <a:ext uri="{FF2B5EF4-FFF2-40B4-BE49-F238E27FC236}">
                <a16:creationId xmlns:a16="http://schemas.microsoft.com/office/drawing/2014/main" id="{FE38F49E-ABAA-4436-B6F2-4D1C37129CB4}"/>
              </a:ext>
            </a:extLst>
          </p:cNvPr>
          <p:cNvSpPr txBox="1"/>
          <p:nvPr/>
        </p:nvSpPr>
        <p:spPr>
          <a:xfrm>
            <a:off x="260984" y="1710751"/>
            <a:ext cx="6110286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>
                <a:solidFill>
                  <a:schemeClr val="bg1">
                    <a:lumMod val="85000"/>
                  </a:schemeClr>
                </a:solidFill>
              </a:rPr>
              <a:t>Abstract </a:t>
            </a:r>
          </a:p>
          <a:p>
            <a:r>
              <a:rPr lang="en-US" sz="1800" b="1">
                <a:solidFill>
                  <a:schemeClr val="bg1">
                    <a:lumMod val="85000"/>
                  </a:schemeClr>
                </a:solidFill>
              </a:rPr>
              <a:t>Preface</a:t>
            </a:r>
          </a:p>
          <a:p>
            <a:r>
              <a:rPr lang="en-US" sz="1800" b="1">
                <a:solidFill>
                  <a:schemeClr val="bg1">
                    <a:lumMod val="85000"/>
                  </a:schemeClr>
                </a:solidFill>
              </a:rPr>
              <a:t>Acknowledgements</a:t>
            </a:r>
          </a:p>
          <a:p>
            <a:pPr marL="457200" indent="-457200">
              <a:buAutoNum type="arabicPeriod"/>
            </a:pPr>
            <a:r>
              <a:rPr lang="en-US" sz="1800" b="1">
                <a:solidFill>
                  <a:schemeClr val="bg1">
                    <a:lumMod val="85000"/>
                  </a:schemeClr>
                </a:solidFill>
              </a:rPr>
              <a:t>Introduction</a:t>
            </a:r>
          </a:p>
          <a:p>
            <a:pPr marL="457200" indent="-457200">
              <a:buAutoNum type="arabicPeriod"/>
            </a:pPr>
            <a:r>
              <a:rPr lang="en-US" b="1">
                <a:solidFill>
                  <a:schemeClr val="bg2">
                    <a:lumMod val="90000"/>
                  </a:schemeClr>
                </a:solidFill>
              </a:rPr>
              <a:t>Theory</a:t>
            </a:r>
          </a:p>
          <a:p>
            <a:pPr marL="457200" indent="-457200">
              <a:buAutoNum type="arabicPeriod"/>
            </a:pPr>
            <a:r>
              <a:rPr lang="en-US" sz="1800" b="1">
                <a:solidFill>
                  <a:schemeClr val="bg2">
                    <a:lumMod val="90000"/>
                  </a:schemeClr>
                </a:solidFill>
              </a:rPr>
              <a:t>Data</a:t>
            </a:r>
          </a:p>
          <a:p>
            <a:pPr marL="457200" indent="-457200">
              <a:buAutoNum type="arabicPeriod"/>
            </a:pPr>
            <a:r>
              <a:rPr lang="en-US" sz="1800" b="1">
                <a:solidFill>
                  <a:schemeClr val="bg2">
                    <a:lumMod val="90000"/>
                  </a:schemeClr>
                </a:solidFill>
              </a:rPr>
              <a:t>Modelling</a:t>
            </a:r>
          </a:p>
          <a:p>
            <a:pPr marL="457200" indent="-457200">
              <a:buAutoNum type="arabicPeriod"/>
            </a:pPr>
            <a:r>
              <a:rPr lang="en-US" sz="1800" b="1"/>
              <a:t>Results</a:t>
            </a:r>
          </a:p>
          <a:p>
            <a:pPr marL="457200" indent="-457200">
              <a:buAutoNum type="arabicPeriod"/>
            </a:pPr>
            <a:r>
              <a:rPr lang="en-US" sz="1800" b="1"/>
              <a:t>Analysis</a:t>
            </a:r>
          </a:p>
          <a:p>
            <a:pPr marL="457200" indent="-457200">
              <a:buAutoNum type="arabicPeriod"/>
            </a:pPr>
            <a:r>
              <a:rPr lang="en-US" sz="1800" b="1"/>
              <a:t>Discussion</a:t>
            </a:r>
          </a:p>
          <a:p>
            <a:pPr marL="457200" indent="-457200">
              <a:buAutoNum type="arabicPeriod"/>
            </a:pPr>
            <a:r>
              <a:rPr lang="en-US" sz="1800" b="1"/>
              <a:t>Conclusion</a:t>
            </a:r>
          </a:p>
        </p:txBody>
      </p:sp>
      <p:sp>
        <p:nvSpPr>
          <p:cNvPr id="3" name="Tekstfelt 2">
            <a:extLst>
              <a:ext uri="{FF2B5EF4-FFF2-40B4-BE49-F238E27FC236}">
                <a16:creationId xmlns:a16="http://schemas.microsoft.com/office/drawing/2014/main" id="{AB95D9B7-4BEA-1741-D427-E24D05D5BD56}"/>
              </a:ext>
            </a:extLst>
          </p:cNvPr>
          <p:cNvSpPr txBox="1"/>
          <p:nvPr/>
        </p:nvSpPr>
        <p:spPr>
          <a:xfrm>
            <a:off x="4038601" y="1710751"/>
            <a:ext cx="7940038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/>
              <a:t>5 &amp; 6. Results and Analysis</a:t>
            </a:r>
            <a:endParaRPr lang="en-US" sz="2000"/>
          </a:p>
          <a:p>
            <a:pPr marL="342900" indent="-342900">
              <a:buFontTx/>
              <a:buChar char="-"/>
            </a:pPr>
            <a:r>
              <a:rPr lang="en-US" sz="2000"/>
              <a:t>Flat terrain I (Uniform vs log)</a:t>
            </a:r>
          </a:p>
          <a:p>
            <a:pPr marL="342900" indent="-342900">
              <a:buFontTx/>
              <a:buChar char="-"/>
            </a:pPr>
            <a:r>
              <a:rPr lang="en-US" sz="2000"/>
              <a:t>Flat terrain II (changes in roughness)</a:t>
            </a:r>
          </a:p>
          <a:p>
            <a:pPr marL="342900" indent="-342900">
              <a:buFontTx/>
              <a:buChar char="-"/>
            </a:pPr>
            <a:r>
              <a:rPr lang="en-US" sz="2000"/>
              <a:t>Flat terrain III (changes in wind veer)</a:t>
            </a:r>
          </a:p>
          <a:p>
            <a:pPr marL="342900" indent="-342900">
              <a:buFontTx/>
              <a:buChar char="-"/>
            </a:pPr>
            <a:r>
              <a:rPr lang="en-US" sz="2000"/>
              <a:t>Complex terrain I (Hill, changes in height/width)</a:t>
            </a:r>
          </a:p>
          <a:p>
            <a:pPr marL="342900" indent="-342900">
              <a:buFontTx/>
              <a:buChar char="-"/>
            </a:pPr>
            <a:r>
              <a:rPr lang="en-US" sz="2000">
                <a:solidFill>
                  <a:srgbClr val="FF0000"/>
                </a:solidFill>
              </a:rPr>
              <a:t>Complex terrain II (Multiple hills) (?)</a:t>
            </a:r>
          </a:p>
          <a:p>
            <a:pPr marL="342900" indent="-342900">
              <a:buFontTx/>
              <a:buChar char="-"/>
            </a:pPr>
            <a:r>
              <a:rPr lang="en-US" sz="2000">
                <a:solidFill>
                  <a:srgbClr val="FF0000"/>
                </a:solidFill>
              </a:rPr>
              <a:t>Complex terrain III (Single trees vs no trees) (?)</a:t>
            </a:r>
          </a:p>
          <a:p>
            <a:pPr marL="342900" indent="-342900">
              <a:buFontTx/>
              <a:buChar char="-"/>
            </a:pPr>
            <a:r>
              <a:rPr lang="en-US" sz="2000"/>
              <a:t>Complex terrain IV (Tree corridor)</a:t>
            </a:r>
          </a:p>
          <a:p>
            <a:pPr marL="342900" indent="-342900">
              <a:buFontTx/>
              <a:buChar char="-"/>
            </a:pPr>
            <a:r>
              <a:rPr lang="en-US" sz="2000">
                <a:solidFill>
                  <a:srgbClr val="94A9DC"/>
                </a:solidFill>
              </a:rPr>
              <a:t>Analysis of stochastic TKE variations in different scenarios (?)</a:t>
            </a:r>
          </a:p>
          <a:p>
            <a:pPr marL="342900" indent="-342900">
              <a:buFontTx/>
              <a:buChar char="-"/>
            </a:pPr>
            <a:endParaRPr lang="en-US" sz="2000">
              <a:solidFill>
                <a:srgbClr val="94A9DC"/>
              </a:solidFill>
            </a:endParaRPr>
          </a:p>
          <a:p>
            <a:pPr marL="342900" indent="-342900">
              <a:buFontTx/>
              <a:buChar char="-"/>
            </a:pPr>
            <a:endParaRPr lang="en-US" sz="2000">
              <a:solidFill>
                <a:srgbClr val="94A9DC"/>
              </a:solidFill>
            </a:endParaRPr>
          </a:p>
          <a:p>
            <a:r>
              <a:rPr lang="en-US" sz="2000" b="1"/>
              <a:t>7 &amp; 8: Discussion and Conclusion</a:t>
            </a:r>
          </a:p>
          <a:p>
            <a:pPr marL="342900" indent="-342900">
              <a:buFontTx/>
              <a:buChar char="-"/>
            </a:pPr>
            <a:r>
              <a:rPr lang="en-US" sz="2000">
                <a:highlight>
                  <a:srgbClr val="FFFF00"/>
                </a:highlight>
              </a:rPr>
              <a:t>Exact structure to be determined later</a:t>
            </a:r>
          </a:p>
          <a:p>
            <a:endParaRPr lang="en-US" sz="2000" b="1"/>
          </a:p>
        </p:txBody>
      </p:sp>
    </p:spTree>
    <p:extLst>
      <p:ext uri="{BB962C8B-B14F-4D97-AF65-F5344CB8AC3E}">
        <p14:creationId xmlns:p14="http://schemas.microsoft.com/office/powerpoint/2010/main" val="18664679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C12847B99347FF4083334DC9135B7BA4" ma:contentTypeVersion="3" ma:contentTypeDescription="Opret et nyt dokument." ma:contentTypeScope="" ma:versionID="1a786b5c107794d200a9d3bcaa41f2c4">
  <xsd:schema xmlns:xsd="http://www.w3.org/2001/XMLSchema" xmlns:xs="http://www.w3.org/2001/XMLSchema" xmlns:p="http://schemas.microsoft.com/office/2006/metadata/properties" xmlns:ns2="e96c79e5-61d3-4198-a281-6c3eb0006017" targetNamespace="http://schemas.microsoft.com/office/2006/metadata/properties" ma:root="true" ma:fieldsID="196022ccb88252a9af80d479eff89362" ns2:_="">
    <xsd:import namespace="e96c79e5-61d3-4198-a281-6c3eb000601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96c79e5-61d3-4198-a281-6c3eb000601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dhol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C00B931-8A2D-411D-96B4-9DDF2F5F4796}">
  <ds:schemaRefs>
    <ds:schemaRef ds:uri="e96c79e5-61d3-4198-a281-6c3eb0006017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D1F8528A-EB0F-494F-AC92-C8DAF21C688A}">
  <ds:schemaRefs>
    <ds:schemaRef ds:uri="e96c79e5-61d3-4198-a281-6c3eb0006017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130616D5-3EEA-47E7-9E4B-D08F23AF604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Presentation 25-03-2026</Template>
  <Application>Microsoft Office PowerPoint</Application>
  <PresentationFormat>Widescreen</PresentationFormat>
  <Slides>13</Slides>
  <Notes>13</Notes>
  <HiddenSlides>0</HiddenSlides>
  <ScaleCrop>false</ScaleCrop>
  <HeadingPairs>
    <vt:vector size="4" baseType="variant">
      <vt:variant>
        <vt:lpstr>Tema</vt:lpstr>
      </vt:variant>
      <vt:variant>
        <vt:i4>1</vt:i4>
      </vt:variant>
      <vt:variant>
        <vt:lpstr>Slidetitler</vt:lpstr>
      </vt:variant>
      <vt:variant>
        <vt:i4>13</vt:i4>
      </vt:variant>
    </vt:vector>
  </HeadingPairs>
  <TitlesOfParts>
    <vt:vector size="14" baseType="lpstr">
      <vt:lpstr>Office-tema</vt:lpstr>
      <vt:lpstr> Working title:  CFD and ROM of Flow  over a Golf Court</vt:lpstr>
      <vt:lpstr>Table of contents</vt:lpstr>
      <vt:lpstr>NDA</vt:lpstr>
      <vt:lpstr>Research questions </vt:lpstr>
      <vt:lpstr>Structure update: GANTT</vt:lpstr>
      <vt:lpstr>G-bar/HPC update</vt:lpstr>
      <vt:lpstr>Trajectory model update</vt:lpstr>
      <vt:lpstr>Trajectory model update</vt:lpstr>
      <vt:lpstr>Structure</vt:lpstr>
      <vt:lpstr>Structure</vt:lpstr>
      <vt:lpstr>Structure</vt:lpstr>
      <vt:lpstr>Structure</vt:lpstr>
      <vt:lpstr>Structure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Jens Alfred Pedersen</dc:creator>
  <cp:revision>9</cp:revision>
  <dcterms:created xsi:type="dcterms:W3CDTF">2026-04-06T14:10:05Z</dcterms:created>
  <dcterms:modified xsi:type="dcterms:W3CDTF">2026-04-14T12:30:20Z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0x010100C12847B99347FF4083334DC9135B7BA4</vt:lpwstr>
  </property>
</Properties>
</file>