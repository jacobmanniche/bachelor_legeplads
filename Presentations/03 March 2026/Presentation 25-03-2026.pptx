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93" r:id="rId5"/>
    <p:sldId id="307" r:id="rId6"/>
    <p:sldId id="313" r:id="rId7"/>
    <p:sldId id="308" r:id="rId8"/>
    <p:sldId id="310" r:id="rId9"/>
    <p:sldId id="311" r:id="rId10"/>
    <p:sldId id="312" r:id="rId11"/>
    <p:sldId id="314" r:id="rId12"/>
    <p:sldId id="315" r:id="rId13"/>
    <p:sldId id="316" r:id="rId14"/>
    <p:sldId id="317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9DC"/>
    <a:srgbClr val="3655A6"/>
    <a:srgbClr val="3B5EB7"/>
    <a:srgbClr val="2C4688"/>
    <a:srgbClr val="326063"/>
    <a:srgbClr val="68A68E"/>
    <a:srgbClr val="ABCCC0"/>
    <a:srgbClr val="4D836E"/>
    <a:srgbClr val="EEF2F2"/>
    <a:srgbClr val="D0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725DA3-40F6-4B00-9265-3A15A4E81510}" v="49" dt="2026-04-02T10:07:00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 Alfred Pedersen" userId="bcca11ee-19e3-439b-8f05-48763e2a5f23" providerId="ADAL" clId="{32C752E2-A49F-49A6-89BF-5063FA87EE3B}"/>
    <pc:docChg chg="undo custSel addSld delSld modSld sldOrd">
      <pc:chgData name="Jens Alfred Pedersen" userId="bcca11ee-19e3-439b-8f05-48763e2a5f23" providerId="ADAL" clId="{32C752E2-A49F-49A6-89BF-5063FA87EE3B}" dt="2026-04-02T11:07:45.522" v="11648" actId="2696"/>
      <pc:docMkLst>
        <pc:docMk/>
      </pc:docMkLst>
      <pc:sldChg chg="addSp delSp modSp mod">
        <pc:chgData name="Jens Alfred Pedersen" userId="bcca11ee-19e3-439b-8f05-48763e2a5f23" providerId="ADAL" clId="{32C752E2-A49F-49A6-89BF-5063FA87EE3B}" dt="2026-03-30T19:48:40.062" v="9441" actId="20577"/>
        <pc:sldMkLst>
          <pc:docMk/>
          <pc:sldMk cId="1652593064" sldId="307"/>
        </pc:sldMkLst>
        <pc:spChg chg="mod">
          <ac:chgData name="Jens Alfred Pedersen" userId="bcca11ee-19e3-439b-8f05-48763e2a5f23" providerId="ADAL" clId="{32C752E2-A49F-49A6-89BF-5063FA87EE3B}" dt="2026-03-30T19:24:02.270" v="6516" actId="20577"/>
          <ac:spMkLst>
            <pc:docMk/>
            <pc:sldMk cId="1652593064" sldId="307"/>
            <ac:spMk id="2" creationId="{8C52BDFD-3BB6-F0F7-8985-623067D732EF}"/>
          </ac:spMkLst>
        </pc:spChg>
        <pc:spChg chg="add mod">
          <ac:chgData name="Jens Alfred Pedersen" userId="bcca11ee-19e3-439b-8f05-48763e2a5f23" providerId="ADAL" clId="{32C752E2-A49F-49A6-89BF-5063FA87EE3B}" dt="2026-03-30T19:48:40.062" v="9441" actId="20577"/>
          <ac:spMkLst>
            <pc:docMk/>
            <pc:sldMk cId="1652593064" sldId="307"/>
            <ac:spMk id="4" creationId="{FA9FFD4E-F14B-ACB1-BABF-C84178B17462}"/>
          </ac:spMkLst>
        </pc:spChg>
      </pc:sldChg>
      <pc:sldChg chg="addSp delSp modSp add mod">
        <pc:chgData name="Jens Alfred Pedersen" userId="bcca11ee-19e3-439b-8f05-48763e2a5f23" providerId="ADAL" clId="{32C752E2-A49F-49A6-89BF-5063FA87EE3B}" dt="2026-03-23T13:02:35.503" v="2123" actId="1036"/>
        <pc:sldMkLst>
          <pc:docMk/>
          <pc:sldMk cId="632648582" sldId="308"/>
        </pc:sldMkLst>
        <pc:spChg chg="mod">
          <ac:chgData name="Jens Alfred Pedersen" userId="bcca11ee-19e3-439b-8f05-48763e2a5f23" providerId="ADAL" clId="{32C752E2-A49F-49A6-89BF-5063FA87EE3B}" dt="2026-03-23T10:59:18.843" v="1113" actId="20577"/>
          <ac:spMkLst>
            <pc:docMk/>
            <pc:sldMk cId="632648582" sldId="308"/>
            <ac:spMk id="2" creationId="{35B00892-671D-B3CE-752D-C08CBCC4BE16}"/>
          </ac:spMkLst>
        </pc:spChg>
        <pc:spChg chg="mod">
          <ac:chgData name="Jens Alfred Pedersen" userId="bcca11ee-19e3-439b-8f05-48763e2a5f23" providerId="ADAL" clId="{32C752E2-A49F-49A6-89BF-5063FA87EE3B}" dt="2026-03-23T13:00:12.209" v="1921" actId="1076"/>
          <ac:spMkLst>
            <pc:docMk/>
            <pc:sldMk cId="632648582" sldId="308"/>
            <ac:spMk id="5" creationId="{DC7C9968-429C-ED82-8DD3-A609F0B62846}"/>
          </ac:spMkLst>
        </pc:spChg>
        <pc:spChg chg="mod ord">
          <ac:chgData name="Jens Alfred Pedersen" userId="bcca11ee-19e3-439b-8f05-48763e2a5f23" providerId="ADAL" clId="{32C752E2-A49F-49A6-89BF-5063FA87EE3B}" dt="2026-03-23T13:02:29.644" v="2120" actId="20577"/>
          <ac:spMkLst>
            <pc:docMk/>
            <pc:sldMk cId="632648582" sldId="308"/>
            <ac:spMk id="13" creationId="{5516932F-C2AC-4273-BCA8-949290A14A51}"/>
          </ac:spMkLst>
        </pc:spChg>
        <pc:picChg chg="add mod ord modCrop">
          <ac:chgData name="Jens Alfred Pedersen" userId="bcca11ee-19e3-439b-8f05-48763e2a5f23" providerId="ADAL" clId="{32C752E2-A49F-49A6-89BF-5063FA87EE3B}" dt="2026-03-23T13:02:32.846" v="2121" actId="1036"/>
          <ac:picMkLst>
            <pc:docMk/>
            <pc:sldMk cId="632648582" sldId="308"/>
            <ac:picMk id="15" creationId="{B36BA1A3-6067-27CB-6C85-F1AE656E0774}"/>
          </ac:picMkLst>
        </pc:picChg>
        <pc:picChg chg="add mod ord modCrop">
          <ac:chgData name="Jens Alfred Pedersen" userId="bcca11ee-19e3-439b-8f05-48763e2a5f23" providerId="ADAL" clId="{32C752E2-A49F-49A6-89BF-5063FA87EE3B}" dt="2026-03-23T13:02:35.503" v="2123" actId="1036"/>
          <ac:picMkLst>
            <pc:docMk/>
            <pc:sldMk cId="632648582" sldId="308"/>
            <ac:picMk id="17" creationId="{18793154-4E3E-B499-C20C-4FDE9212E4BB}"/>
          </ac:picMkLst>
        </pc:picChg>
      </pc:sldChg>
      <pc:sldChg chg="addSp delSp modSp add mod ord modTransition">
        <pc:chgData name="Jens Alfred Pedersen" userId="bcca11ee-19e3-439b-8f05-48763e2a5f23" providerId="ADAL" clId="{32C752E2-A49F-49A6-89BF-5063FA87EE3B}" dt="2026-04-02T07:44:07.105" v="11579"/>
        <pc:sldMkLst>
          <pc:docMk/>
          <pc:sldMk cId="578515202" sldId="310"/>
        </pc:sldMkLst>
        <pc:spChg chg="mod">
          <ac:chgData name="Jens Alfred Pedersen" userId="bcca11ee-19e3-439b-8f05-48763e2a5f23" providerId="ADAL" clId="{32C752E2-A49F-49A6-89BF-5063FA87EE3B}" dt="2026-03-25T08:36:56.956" v="3582" actId="20577"/>
          <ac:spMkLst>
            <pc:docMk/>
            <pc:sldMk cId="578515202" sldId="310"/>
            <ac:spMk id="2" creationId="{B8691532-9DF3-3657-DD81-BEAE4E0AC602}"/>
          </ac:spMkLst>
        </pc:spChg>
        <pc:spChg chg="mod">
          <ac:chgData name="Jens Alfred Pedersen" userId="bcca11ee-19e3-439b-8f05-48763e2a5f23" providerId="ADAL" clId="{32C752E2-A49F-49A6-89BF-5063FA87EE3B}" dt="2026-04-02T07:44:07.105" v="11579"/>
          <ac:spMkLst>
            <pc:docMk/>
            <pc:sldMk cId="578515202" sldId="310"/>
            <ac:spMk id="13" creationId="{BB785775-5C8C-66AC-614E-739D2D32006F}"/>
          </ac:spMkLst>
        </pc:spChg>
        <pc:picChg chg="add mod">
          <ac:chgData name="Jens Alfred Pedersen" userId="bcca11ee-19e3-439b-8f05-48763e2a5f23" providerId="ADAL" clId="{32C752E2-A49F-49A6-89BF-5063FA87EE3B}" dt="2026-03-23T22:33:50.713" v="3519" actId="1036"/>
          <ac:picMkLst>
            <pc:docMk/>
            <pc:sldMk cId="578515202" sldId="310"/>
            <ac:picMk id="17" creationId="{EC2BCB88-84D3-0B5A-7F3D-71BBF6CED73A}"/>
          </ac:picMkLst>
        </pc:picChg>
      </pc:sldChg>
      <pc:sldChg chg="addSp delSp modSp add mod ord">
        <pc:chgData name="Jens Alfred Pedersen" userId="bcca11ee-19e3-439b-8f05-48763e2a5f23" providerId="ADAL" clId="{32C752E2-A49F-49A6-89BF-5063FA87EE3B}" dt="2026-04-02T07:44:03.152" v="11577"/>
        <pc:sldMkLst>
          <pc:docMk/>
          <pc:sldMk cId="19618885" sldId="311"/>
        </pc:sldMkLst>
        <pc:spChg chg="mod">
          <ac:chgData name="Jens Alfred Pedersen" userId="bcca11ee-19e3-439b-8f05-48763e2a5f23" providerId="ADAL" clId="{32C752E2-A49F-49A6-89BF-5063FA87EE3B}" dt="2026-03-25T08:37:08.620" v="3620" actId="20577"/>
          <ac:spMkLst>
            <pc:docMk/>
            <pc:sldMk cId="19618885" sldId="311"/>
            <ac:spMk id="2" creationId="{76EE06E1-88ED-A75F-5312-049D316EFDE5}"/>
          </ac:spMkLst>
        </pc:spChg>
        <pc:spChg chg="mod">
          <ac:chgData name="Jens Alfred Pedersen" userId="bcca11ee-19e3-439b-8f05-48763e2a5f23" providerId="ADAL" clId="{32C752E2-A49F-49A6-89BF-5063FA87EE3B}" dt="2026-04-02T07:44:03.152" v="11577"/>
          <ac:spMkLst>
            <pc:docMk/>
            <pc:sldMk cId="19618885" sldId="311"/>
            <ac:spMk id="13" creationId="{E4BB4C32-543A-455B-980D-120DD419E9F1}"/>
          </ac:spMkLst>
        </pc:spChg>
        <pc:picChg chg="add mod">
          <ac:chgData name="Jens Alfred Pedersen" userId="bcca11ee-19e3-439b-8f05-48763e2a5f23" providerId="ADAL" clId="{32C752E2-A49F-49A6-89BF-5063FA87EE3B}" dt="2026-03-23T22:34:43.049" v="3532" actId="1036"/>
          <ac:picMkLst>
            <pc:docMk/>
            <pc:sldMk cId="19618885" sldId="311"/>
            <ac:picMk id="19" creationId="{8E318D5A-614A-B983-1951-3F4BD4F0F557}"/>
          </ac:picMkLst>
        </pc:picChg>
      </pc:sldChg>
      <pc:sldChg chg="addSp delSp modSp mod">
        <pc:chgData name="Jens Alfred Pedersen" userId="bcca11ee-19e3-439b-8f05-48763e2a5f23" providerId="ADAL" clId="{32C752E2-A49F-49A6-89BF-5063FA87EE3B}" dt="2026-03-31T10:22:19.219" v="11569" actId="20577"/>
        <pc:sldMkLst>
          <pc:docMk/>
          <pc:sldMk cId="1489163393" sldId="312"/>
        </pc:sldMkLst>
        <pc:spChg chg="mod">
          <ac:chgData name="Jens Alfred Pedersen" userId="bcca11ee-19e3-439b-8f05-48763e2a5f23" providerId="ADAL" clId="{32C752E2-A49F-49A6-89BF-5063FA87EE3B}" dt="2026-03-31T10:22:19.219" v="11569" actId="20577"/>
          <ac:spMkLst>
            <pc:docMk/>
            <pc:sldMk cId="1489163393" sldId="312"/>
            <ac:spMk id="6" creationId="{6EA754B2-A79F-48F3-79F9-9BF4E2DF9CF3}"/>
          </ac:spMkLst>
        </pc:spChg>
      </pc:sldChg>
      <pc:sldChg chg="add">
        <pc:chgData name="Jens Alfred Pedersen" userId="bcca11ee-19e3-439b-8f05-48763e2a5f23" providerId="ADAL" clId="{32C752E2-A49F-49A6-89BF-5063FA87EE3B}" dt="2026-03-30T19:23:53.812" v="6480" actId="2890"/>
        <pc:sldMkLst>
          <pc:docMk/>
          <pc:sldMk cId="1542500888" sldId="313"/>
        </pc:sldMkLst>
      </pc:sldChg>
      <pc:sldChg chg="addSp delSp modSp add mod">
        <pc:chgData name="Jens Alfred Pedersen" userId="bcca11ee-19e3-439b-8f05-48763e2a5f23" providerId="ADAL" clId="{32C752E2-A49F-49A6-89BF-5063FA87EE3B}" dt="2026-03-30T19:43:12.497" v="8594" actId="207"/>
        <pc:sldMkLst>
          <pc:docMk/>
          <pc:sldMk cId="1200842369" sldId="314"/>
        </pc:sldMkLst>
        <pc:spChg chg="mod">
          <ac:chgData name="Jens Alfred Pedersen" userId="bcca11ee-19e3-439b-8f05-48763e2a5f23" providerId="ADAL" clId="{32C752E2-A49F-49A6-89BF-5063FA87EE3B}" dt="2026-03-30T19:39:37.710" v="7936" actId="20577"/>
          <ac:spMkLst>
            <pc:docMk/>
            <pc:sldMk cId="1200842369" sldId="314"/>
            <ac:spMk id="2" creationId="{B3CE0264-D26C-A9BE-530B-B506B899795E}"/>
          </ac:spMkLst>
        </pc:spChg>
        <pc:spChg chg="mod">
          <ac:chgData name="Jens Alfred Pedersen" userId="bcca11ee-19e3-439b-8f05-48763e2a5f23" providerId="ADAL" clId="{32C752E2-A49F-49A6-89BF-5063FA87EE3B}" dt="2026-03-30T19:43:12.497" v="8594" actId="207"/>
          <ac:spMkLst>
            <pc:docMk/>
            <pc:sldMk cId="1200842369" sldId="314"/>
            <ac:spMk id="6" creationId="{AEFB0A88-978A-B5AD-F2CB-F3485349DCF7}"/>
          </ac:spMkLst>
        </pc:spChg>
        <pc:picChg chg="add mod">
          <ac:chgData name="Jens Alfred Pedersen" userId="bcca11ee-19e3-439b-8f05-48763e2a5f23" providerId="ADAL" clId="{32C752E2-A49F-49A6-89BF-5063FA87EE3B}" dt="2026-03-30T19:32:08.930" v="7490" actId="1076"/>
          <ac:picMkLst>
            <pc:docMk/>
            <pc:sldMk cId="1200842369" sldId="314"/>
            <ac:picMk id="14" creationId="{D2443A7D-327E-F6B6-2BCE-D0E2A59B3B5E}"/>
          </ac:picMkLst>
        </pc:picChg>
      </pc:sldChg>
      <pc:sldChg chg="addSp delSp modSp add mod">
        <pc:chgData name="Jens Alfred Pedersen" userId="bcca11ee-19e3-439b-8f05-48763e2a5f23" providerId="ADAL" clId="{32C752E2-A49F-49A6-89BF-5063FA87EE3B}" dt="2026-03-30T19:43:38.804" v="8757" actId="20577"/>
        <pc:sldMkLst>
          <pc:docMk/>
          <pc:sldMk cId="2321891982" sldId="315"/>
        </pc:sldMkLst>
        <pc:spChg chg="mod">
          <ac:chgData name="Jens Alfred Pedersen" userId="bcca11ee-19e3-439b-8f05-48763e2a5f23" providerId="ADAL" clId="{32C752E2-A49F-49A6-89BF-5063FA87EE3B}" dt="2026-03-30T19:39:45.003" v="7947" actId="20577"/>
          <ac:spMkLst>
            <pc:docMk/>
            <pc:sldMk cId="2321891982" sldId="315"/>
            <ac:spMk id="2" creationId="{6F064FA2-2AE3-39C5-4DB9-00B877C7D01D}"/>
          </ac:spMkLst>
        </pc:spChg>
        <pc:spChg chg="add mod">
          <ac:chgData name="Jens Alfred Pedersen" userId="bcca11ee-19e3-439b-8f05-48763e2a5f23" providerId="ADAL" clId="{32C752E2-A49F-49A6-89BF-5063FA87EE3B}" dt="2026-03-30T19:43:38.804" v="8757" actId="20577"/>
          <ac:spMkLst>
            <pc:docMk/>
            <pc:sldMk cId="2321891982" sldId="315"/>
            <ac:spMk id="7" creationId="{041F1A1A-DB19-D030-BA53-EEFD1CD4EE2B}"/>
          </ac:spMkLst>
        </pc:spChg>
        <pc:picChg chg="add mod">
          <ac:chgData name="Jens Alfred Pedersen" userId="bcca11ee-19e3-439b-8f05-48763e2a5f23" providerId="ADAL" clId="{32C752E2-A49F-49A6-89BF-5063FA87EE3B}" dt="2026-03-30T19:39:28.864" v="7930" actId="1076"/>
          <ac:picMkLst>
            <pc:docMk/>
            <pc:sldMk cId="2321891982" sldId="315"/>
            <ac:picMk id="4" creationId="{C8201EFE-BCF2-A199-56FA-ADEC2BDCBCF7}"/>
          </ac:picMkLst>
        </pc:picChg>
      </pc:sldChg>
      <pc:sldChg chg="delSp modSp add mod">
        <pc:chgData name="Jens Alfred Pedersen" userId="bcca11ee-19e3-439b-8f05-48763e2a5f23" providerId="ADAL" clId="{32C752E2-A49F-49A6-89BF-5063FA87EE3B}" dt="2026-03-31T10:08:06.608" v="11568" actId="20577"/>
        <pc:sldMkLst>
          <pc:docMk/>
          <pc:sldMk cId="1197791355" sldId="316"/>
        </pc:sldMkLst>
        <pc:spChg chg="mod">
          <ac:chgData name="Jens Alfred Pedersen" userId="bcca11ee-19e3-439b-8f05-48763e2a5f23" providerId="ADAL" clId="{32C752E2-A49F-49A6-89BF-5063FA87EE3B}" dt="2026-03-30T19:43:52.941" v="8762" actId="20577"/>
          <ac:spMkLst>
            <pc:docMk/>
            <pc:sldMk cId="1197791355" sldId="316"/>
            <ac:spMk id="2" creationId="{BCA23724-4114-51E6-689D-A1B498FCF273}"/>
          </ac:spMkLst>
        </pc:spChg>
        <pc:spChg chg="mod">
          <ac:chgData name="Jens Alfred Pedersen" userId="bcca11ee-19e3-439b-8f05-48763e2a5f23" providerId="ADAL" clId="{32C752E2-A49F-49A6-89BF-5063FA87EE3B}" dt="2026-03-31T10:08:06.608" v="11568" actId="20577"/>
          <ac:spMkLst>
            <pc:docMk/>
            <pc:sldMk cId="1197791355" sldId="316"/>
            <ac:spMk id="7" creationId="{7C46B8B2-7727-C21A-EF5D-3DFD80BF5F9A}"/>
          </ac:spMkLst>
        </pc:spChg>
      </pc:sldChg>
      <pc:sldChg chg="addSp delSp modSp add mod">
        <pc:chgData name="Jens Alfred Pedersen" userId="bcca11ee-19e3-439b-8f05-48763e2a5f23" providerId="ADAL" clId="{32C752E2-A49F-49A6-89BF-5063FA87EE3B}" dt="2026-03-31T10:00:43.189" v="10867" actId="1037"/>
        <pc:sldMkLst>
          <pc:docMk/>
          <pc:sldMk cId="1108052160" sldId="317"/>
        </pc:sldMkLst>
        <pc:spChg chg="mod">
          <ac:chgData name="Jens Alfred Pedersen" userId="bcca11ee-19e3-439b-8f05-48763e2a5f23" providerId="ADAL" clId="{32C752E2-A49F-49A6-89BF-5063FA87EE3B}" dt="2026-03-31T09:59:09.055" v="10817" actId="20577"/>
          <ac:spMkLst>
            <pc:docMk/>
            <pc:sldMk cId="1108052160" sldId="317"/>
            <ac:spMk id="2" creationId="{88A87E6A-CD75-E223-C9E4-002439CD88BF}"/>
          </ac:spMkLst>
        </pc:spChg>
        <pc:spChg chg="mod">
          <ac:chgData name="Jens Alfred Pedersen" userId="bcca11ee-19e3-439b-8f05-48763e2a5f23" providerId="ADAL" clId="{32C752E2-A49F-49A6-89BF-5063FA87EE3B}" dt="2026-03-31T10:00:15.402" v="10849" actId="20577"/>
          <ac:spMkLst>
            <pc:docMk/>
            <pc:sldMk cId="1108052160" sldId="317"/>
            <ac:spMk id="7" creationId="{BCC40E36-8080-0116-A3F2-71A7C80FC1D6}"/>
          </ac:spMkLst>
        </pc:spChg>
        <pc:spChg chg="mod">
          <ac:chgData name="Jens Alfred Pedersen" userId="bcca11ee-19e3-439b-8f05-48763e2a5f23" providerId="ADAL" clId="{32C752E2-A49F-49A6-89BF-5063FA87EE3B}" dt="2026-03-30T19:48:48.215" v="9444" actId="1037"/>
          <ac:spMkLst>
            <pc:docMk/>
            <pc:sldMk cId="1108052160" sldId="317"/>
            <ac:spMk id="12" creationId="{ECAE4132-6655-5B01-9D35-30A69C05BC93}"/>
          </ac:spMkLst>
        </pc:spChg>
        <pc:spChg chg="add mod">
          <ac:chgData name="Jens Alfred Pedersen" userId="bcca11ee-19e3-439b-8f05-48763e2a5f23" providerId="ADAL" clId="{32C752E2-A49F-49A6-89BF-5063FA87EE3B}" dt="2026-03-31T10:00:38.605" v="10866" actId="1038"/>
          <ac:spMkLst>
            <pc:docMk/>
            <pc:sldMk cId="1108052160" sldId="317"/>
            <ac:spMk id="19" creationId="{E2C9D532-1D23-570F-B200-50EB91DB6AB9}"/>
          </ac:spMkLst>
        </pc:spChg>
        <pc:spChg chg="add mod">
          <ac:chgData name="Jens Alfred Pedersen" userId="bcca11ee-19e3-439b-8f05-48763e2a5f23" providerId="ADAL" clId="{32C752E2-A49F-49A6-89BF-5063FA87EE3B}" dt="2026-03-31T10:00:38.605" v="10866" actId="1038"/>
          <ac:spMkLst>
            <pc:docMk/>
            <pc:sldMk cId="1108052160" sldId="317"/>
            <ac:spMk id="20" creationId="{F7248A75-1696-46C9-0332-D9B387C32AED}"/>
          </ac:spMkLst>
        </pc:spChg>
        <pc:spChg chg="add mod">
          <ac:chgData name="Jens Alfred Pedersen" userId="bcca11ee-19e3-439b-8f05-48763e2a5f23" providerId="ADAL" clId="{32C752E2-A49F-49A6-89BF-5063FA87EE3B}" dt="2026-03-31T09:58:31.088" v="10743" actId="1076"/>
          <ac:spMkLst>
            <pc:docMk/>
            <pc:sldMk cId="1108052160" sldId="317"/>
            <ac:spMk id="21" creationId="{8CA1D6F5-9A8F-0139-DAB9-9F99A6D435B3}"/>
          </ac:spMkLst>
        </pc:spChg>
        <pc:spChg chg="add mod">
          <ac:chgData name="Jens Alfred Pedersen" userId="bcca11ee-19e3-439b-8f05-48763e2a5f23" providerId="ADAL" clId="{32C752E2-A49F-49A6-89BF-5063FA87EE3B}" dt="2026-03-31T10:00:43.189" v="10867" actId="1037"/>
          <ac:spMkLst>
            <pc:docMk/>
            <pc:sldMk cId="1108052160" sldId="317"/>
            <ac:spMk id="23" creationId="{36E5A81E-4E2A-14E8-A7FF-C61B31921B44}"/>
          </ac:spMkLst>
        </pc:spChg>
        <pc:picChg chg="add mod">
          <ac:chgData name="Jens Alfred Pedersen" userId="bcca11ee-19e3-439b-8f05-48763e2a5f23" providerId="ADAL" clId="{32C752E2-A49F-49A6-89BF-5063FA87EE3B}" dt="2026-03-31T10:00:38.605" v="10866" actId="1038"/>
          <ac:picMkLst>
            <pc:docMk/>
            <pc:sldMk cId="1108052160" sldId="317"/>
            <ac:picMk id="4" creationId="{5F8C1BDD-A16D-1F80-3BEB-7B6213A02C2D}"/>
          </ac:picMkLst>
        </pc:picChg>
        <pc:picChg chg="add mod">
          <ac:chgData name="Jens Alfred Pedersen" userId="bcca11ee-19e3-439b-8f05-48763e2a5f23" providerId="ADAL" clId="{32C752E2-A49F-49A6-89BF-5063FA87EE3B}" dt="2026-03-31T10:00:38.605" v="10866" actId="1038"/>
          <ac:picMkLst>
            <pc:docMk/>
            <pc:sldMk cId="1108052160" sldId="317"/>
            <ac:picMk id="16" creationId="{8BF753D1-6F59-9BD9-BA11-56BD7D78377B}"/>
          </ac:picMkLst>
        </pc:picChg>
        <pc:picChg chg="add mod">
          <ac:chgData name="Jens Alfred Pedersen" userId="bcca11ee-19e3-439b-8f05-48763e2a5f23" providerId="ADAL" clId="{32C752E2-A49F-49A6-89BF-5063FA87EE3B}" dt="2026-03-31T10:00:38.605" v="10866" actId="1038"/>
          <ac:picMkLst>
            <pc:docMk/>
            <pc:sldMk cId="1108052160" sldId="317"/>
            <ac:picMk id="18" creationId="{C13A8F4D-B980-ECAA-E193-7AA7020D2903}"/>
          </ac:picMkLst>
        </pc:picChg>
      </pc:sldChg>
      <pc:sldChg chg="add del">
        <pc:chgData name="Jens Alfred Pedersen" userId="bcca11ee-19e3-439b-8f05-48763e2a5f23" providerId="ADAL" clId="{32C752E2-A49F-49A6-89BF-5063FA87EE3B}" dt="2026-04-02T11:07:45.522" v="11648" actId="2696"/>
        <pc:sldMkLst>
          <pc:docMk/>
          <pc:sldMk cId="2334669032" sldId="318"/>
        </pc:sldMkLst>
      </pc:sldChg>
      <pc:sldChg chg="addSp delSp modSp add del mod">
        <pc:chgData name="Jens Alfred Pedersen" userId="bcca11ee-19e3-439b-8f05-48763e2a5f23" providerId="ADAL" clId="{32C752E2-A49F-49A6-89BF-5063FA87EE3B}" dt="2026-04-02T10:09:01.693" v="11646" actId="2696"/>
        <pc:sldMkLst>
          <pc:docMk/>
          <pc:sldMk cId="3238993294" sldId="318"/>
        </pc:sldMkLst>
        <pc:spChg chg="add mod">
          <ac:chgData name="Jens Alfred Pedersen" userId="bcca11ee-19e3-439b-8f05-48763e2a5f23" providerId="ADAL" clId="{32C752E2-A49F-49A6-89BF-5063FA87EE3B}" dt="2026-04-02T10:04:30.899" v="11588" actId="1076"/>
          <ac:spMkLst>
            <pc:docMk/>
            <pc:sldMk cId="3238993294" sldId="318"/>
            <ac:spMk id="3" creationId="{023A5CE4-9178-3695-97EC-0C220F60EE98}"/>
          </ac:spMkLst>
        </pc:spChg>
        <pc:spChg chg="del">
          <ac:chgData name="Jens Alfred Pedersen" userId="bcca11ee-19e3-439b-8f05-48763e2a5f23" providerId="ADAL" clId="{32C752E2-A49F-49A6-89BF-5063FA87EE3B}" dt="2026-04-02T10:03:44.980" v="11581" actId="478"/>
          <ac:spMkLst>
            <pc:docMk/>
            <pc:sldMk cId="3238993294" sldId="318"/>
            <ac:spMk id="7" creationId="{27CA61C4-B9FB-E5BA-095D-EEA15B9D2352}"/>
          </ac:spMkLst>
        </pc:spChg>
        <pc:spChg chg="del">
          <ac:chgData name="Jens Alfred Pedersen" userId="bcca11ee-19e3-439b-8f05-48763e2a5f23" providerId="ADAL" clId="{32C752E2-A49F-49A6-89BF-5063FA87EE3B}" dt="2026-04-02T10:03:44.980" v="11581" actId="478"/>
          <ac:spMkLst>
            <pc:docMk/>
            <pc:sldMk cId="3238993294" sldId="318"/>
            <ac:spMk id="12" creationId="{2DEBF397-BDEE-4CE9-3E2D-4BC6EFA5EC04}"/>
          </ac:spMkLst>
        </pc:spChg>
        <pc:spChg chg="del">
          <ac:chgData name="Jens Alfred Pedersen" userId="bcca11ee-19e3-439b-8f05-48763e2a5f23" providerId="ADAL" clId="{32C752E2-A49F-49A6-89BF-5063FA87EE3B}" dt="2026-04-02T10:03:44.980" v="11581" actId="478"/>
          <ac:spMkLst>
            <pc:docMk/>
            <pc:sldMk cId="3238993294" sldId="318"/>
            <ac:spMk id="19" creationId="{D7826E2C-3BAB-B006-4243-D69D4BB7E03D}"/>
          </ac:spMkLst>
        </pc:spChg>
        <pc:spChg chg="del">
          <ac:chgData name="Jens Alfred Pedersen" userId="bcca11ee-19e3-439b-8f05-48763e2a5f23" providerId="ADAL" clId="{32C752E2-A49F-49A6-89BF-5063FA87EE3B}" dt="2026-04-02T10:03:44.980" v="11581" actId="478"/>
          <ac:spMkLst>
            <pc:docMk/>
            <pc:sldMk cId="3238993294" sldId="318"/>
            <ac:spMk id="20" creationId="{0942E046-F828-A25E-A83B-F0DB65EB7A6D}"/>
          </ac:spMkLst>
        </pc:spChg>
        <pc:spChg chg="del">
          <ac:chgData name="Jens Alfred Pedersen" userId="bcca11ee-19e3-439b-8f05-48763e2a5f23" providerId="ADAL" clId="{32C752E2-A49F-49A6-89BF-5063FA87EE3B}" dt="2026-04-02T10:03:44.980" v="11581" actId="478"/>
          <ac:spMkLst>
            <pc:docMk/>
            <pc:sldMk cId="3238993294" sldId="318"/>
            <ac:spMk id="21" creationId="{27FB8680-ADAC-82C1-950E-9C503F44B2F2}"/>
          </ac:spMkLst>
        </pc:spChg>
        <pc:spChg chg="del">
          <ac:chgData name="Jens Alfred Pedersen" userId="bcca11ee-19e3-439b-8f05-48763e2a5f23" providerId="ADAL" clId="{32C752E2-A49F-49A6-89BF-5063FA87EE3B}" dt="2026-04-02T10:03:44.980" v="11581" actId="478"/>
          <ac:spMkLst>
            <pc:docMk/>
            <pc:sldMk cId="3238993294" sldId="318"/>
            <ac:spMk id="23" creationId="{9C567664-334C-A049-B948-03A57AE7CE58}"/>
          </ac:spMkLst>
        </pc:spChg>
        <pc:grpChg chg="del mod">
          <ac:chgData name="Jens Alfred Pedersen" userId="bcca11ee-19e3-439b-8f05-48763e2a5f23" providerId="ADAL" clId="{32C752E2-A49F-49A6-89BF-5063FA87EE3B}" dt="2026-04-02T10:05:14.585" v="11608"/>
          <ac:grpSpMkLst>
            <pc:docMk/>
            <pc:sldMk cId="3238993294" sldId="318"/>
            <ac:grpSpMk id="26" creationId="{6296DBEA-B931-2DB2-F6D2-1EB340C2F898}"/>
          </ac:grpSpMkLst>
        </pc:grpChg>
        <pc:grpChg chg="mod">
          <ac:chgData name="Jens Alfred Pedersen" userId="bcca11ee-19e3-439b-8f05-48763e2a5f23" providerId="ADAL" clId="{32C752E2-A49F-49A6-89BF-5063FA87EE3B}" dt="2026-04-02T10:05:26.734" v="11615"/>
          <ac:grpSpMkLst>
            <pc:docMk/>
            <pc:sldMk cId="3238993294" sldId="318"/>
            <ac:grpSpMk id="32" creationId="{DD7A4740-51A5-21D3-A470-A9417F514C9F}"/>
          </ac:grpSpMkLst>
        </pc:grpChg>
        <pc:grpChg chg="mod">
          <ac:chgData name="Jens Alfred Pedersen" userId="bcca11ee-19e3-439b-8f05-48763e2a5f23" providerId="ADAL" clId="{32C752E2-A49F-49A6-89BF-5063FA87EE3B}" dt="2026-04-02T10:05:46.605" v="11626"/>
          <ac:grpSpMkLst>
            <pc:docMk/>
            <pc:sldMk cId="3238993294" sldId="318"/>
            <ac:grpSpMk id="40" creationId="{78800B58-1B29-1295-4665-9D03DFB94652}"/>
          </ac:grpSpMkLst>
        </pc:grpChg>
        <pc:picChg chg="del">
          <ac:chgData name="Jens Alfred Pedersen" userId="bcca11ee-19e3-439b-8f05-48763e2a5f23" providerId="ADAL" clId="{32C752E2-A49F-49A6-89BF-5063FA87EE3B}" dt="2026-04-02T10:03:44.980" v="11581" actId="478"/>
          <ac:picMkLst>
            <pc:docMk/>
            <pc:sldMk cId="3238993294" sldId="318"/>
            <ac:picMk id="4" creationId="{62E2024A-6BF4-668C-5ADC-8CA5CB2A386B}"/>
          </ac:picMkLst>
        </pc:picChg>
        <pc:picChg chg="del">
          <ac:chgData name="Jens Alfred Pedersen" userId="bcca11ee-19e3-439b-8f05-48763e2a5f23" providerId="ADAL" clId="{32C752E2-A49F-49A6-89BF-5063FA87EE3B}" dt="2026-04-02T10:03:44.980" v="11581" actId="478"/>
          <ac:picMkLst>
            <pc:docMk/>
            <pc:sldMk cId="3238993294" sldId="318"/>
            <ac:picMk id="16" creationId="{3B9BFA45-0C9E-BE5D-2EB1-2E47B57BD4D8}"/>
          </ac:picMkLst>
        </pc:picChg>
        <pc:picChg chg="del">
          <ac:chgData name="Jens Alfred Pedersen" userId="bcca11ee-19e3-439b-8f05-48763e2a5f23" providerId="ADAL" clId="{32C752E2-A49F-49A6-89BF-5063FA87EE3B}" dt="2026-04-02T10:03:44.980" v="11581" actId="478"/>
          <ac:picMkLst>
            <pc:docMk/>
            <pc:sldMk cId="3238993294" sldId="318"/>
            <ac:picMk id="18" creationId="{E67E8673-C277-A1B3-8329-DE099DC3DD7D}"/>
          </ac:picMkLst>
        </pc:picChg>
        <pc:picChg chg="add mod">
          <ac:chgData name="Jens Alfred Pedersen" userId="bcca11ee-19e3-439b-8f05-48763e2a5f23" providerId="ADAL" clId="{32C752E2-A49F-49A6-89BF-5063FA87EE3B}" dt="2026-04-02T10:07:00.337" v="11644" actId="1035"/>
          <ac:picMkLst>
            <pc:docMk/>
            <pc:sldMk cId="3238993294" sldId="318"/>
            <ac:picMk id="1026" creationId="{231DEA9D-92E2-9DE7-D6B6-F3AE49D9F1F5}"/>
          </ac:picMkLst>
        </pc:picChg>
        <pc:inkChg chg="add del">
          <ac:chgData name="Jens Alfred Pedersen" userId="bcca11ee-19e3-439b-8f05-48763e2a5f23" providerId="ADAL" clId="{32C752E2-A49F-49A6-89BF-5063FA87EE3B}" dt="2026-04-02T10:05:14.581" v="11601"/>
          <ac:inkMkLst>
            <pc:docMk/>
            <pc:sldMk cId="3238993294" sldId="318"/>
            <ac:inkMk id="6" creationId="{608ADB05-A3C4-40A0-28A8-7BEA543C8F01}"/>
          </ac:inkMkLst>
        </pc:inkChg>
        <pc:inkChg chg="add del mod">
          <ac:chgData name="Jens Alfred Pedersen" userId="bcca11ee-19e3-439b-8f05-48763e2a5f23" providerId="ADAL" clId="{32C752E2-A49F-49A6-89BF-5063FA87EE3B}" dt="2026-04-02T10:05:14.583" v="11604"/>
          <ac:inkMkLst>
            <pc:docMk/>
            <pc:sldMk cId="3238993294" sldId="318"/>
            <ac:inkMk id="10" creationId="{FA194950-483B-527E-985D-179813313FFE}"/>
          </ac:inkMkLst>
        </pc:inkChg>
        <pc:inkChg chg="add del mod">
          <ac:chgData name="Jens Alfred Pedersen" userId="bcca11ee-19e3-439b-8f05-48763e2a5f23" providerId="ADAL" clId="{32C752E2-A49F-49A6-89BF-5063FA87EE3B}" dt="2026-04-02T10:05:14.585" v="11607"/>
          <ac:inkMkLst>
            <pc:docMk/>
            <pc:sldMk cId="3238993294" sldId="318"/>
            <ac:inkMk id="13" creationId="{884347B5-D6A9-DE96-7EEA-3F47DDBB4CCA}"/>
          </ac:inkMkLst>
        </pc:inkChg>
        <pc:inkChg chg="add del mod">
          <ac:chgData name="Jens Alfred Pedersen" userId="bcca11ee-19e3-439b-8f05-48763e2a5f23" providerId="ADAL" clId="{32C752E2-A49F-49A6-89BF-5063FA87EE3B}" dt="2026-04-02T10:05:14.582" v="11602"/>
          <ac:inkMkLst>
            <pc:docMk/>
            <pc:sldMk cId="3238993294" sldId="318"/>
            <ac:inkMk id="14" creationId="{2475DDF0-0EE6-ABF8-7AA3-7C16A49066E4}"/>
          </ac:inkMkLst>
        </pc:inkChg>
        <pc:inkChg chg="add del mod">
          <ac:chgData name="Jens Alfred Pedersen" userId="bcca11ee-19e3-439b-8f05-48763e2a5f23" providerId="ADAL" clId="{32C752E2-A49F-49A6-89BF-5063FA87EE3B}" dt="2026-04-02T10:05:14.583" v="11605"/>
          <ac:inkMkLst>
            <pc:docMk/>
            <pc:sldMk cId="3238993294" sldId="318"/>
            <ac:inkMk id="15" creationId="{A90F65C0-C6A6-03A1-7355-88268EF40DA3}"/>
          </ac:inkMkLst>
        </pc:inkChg>
        <pc:inkChg chg="add del mod">
          <ac:chgData name="Jens Alfred Pedersen" userId="bcca11ee-19e3-439b-8f05-48763e2a5f23" providerId="ADAL" clId="{32C752E2-A49F-49A6-89BF-5063FA87EE3B}" dt="2026-04-02T10:05:14.585" v="11609"/>
          <ac:inkMkLst>
            <pc:docMk/>
            <pc:sldMk cId="3238993294" sldId="318"/>
            <ac:inkMk id="17" creationId="{3EED6FD7-E2F2-156E-6014-B3FEB23ACE1C}"/>
          </ac:inkMkLst>
        </pc:inkChg>
        <pc:inkChg chg="add del mod">
          <ac:chgData name="Jens Alfred Pedersen" userId="bcca11ee-19e3-439b-8f05-48763e2a5f23" providerId="ADAL" clId="{32C752E2-A49F-49A6-89BF-5063FA87EE3B}" dt="2026-04-02T10:05:14.583" v="11606"/>
          <ac:inkMkLst>
            <pc:docMk/>
            <pc:sldMk cId="3238993294" sldId="318"/>
            <ac:inkMk id="22" creationId="{0E63F756-BF8C-BFE4-09B4-8AA82E163BE2}"/>
          </ac:inkMkLst>
        </pc:inkChg>
        <pc:inkChg chg="add del mod">
          <ac:chgData name="Jens Alfred Pedersen" userId="bcca11ee-19e3-439b-8f05-48763e2a5f23" providerId="ADAL" clId="{32C752E2-A49F-49A6-89BF-5063FA87EE3B}" dt="2026-04-02T10:05:14.585" v="11608"/>
          <ac:inkMkLst>
            <pc:docMk/>
            <pc:sldMk cId="3238993294" sldId="318"/>
            <ac:inkMk id="24" creationId="{D7F2A5AC-B35C-5DA3-B06E-D544A9498B30}"/>
          </ac:inkMkLst>
        </pc:inkChg>
        <pc:inkChg chg="add del mod">
          <ac:chgData name="Jens Alfred Pedersen" userId="bcca11ee-19e3-439b-8f05-48763e2a5f23" providerId="ADAL" clId="{32C752E2-A49F-49A6-89BF-5063FA87EE3B}" dt="2026-04-02T10:05:14.583" v="11603"/>
          <ac:inkMkLst>
            <pc:docMk/>
            <pc:sldMk cId="3238993294" sldId="318"/>
            <ac:inkMk id="25" creationId="{B7BFD783-720D-9C7C-5D7F-6A2A585FCF8F}"/>
          </ac:inkMkLst>
        </pc:inkChg>
        <pc:inkChg chg="add del">
          <ac:chgData name="Jens Alfred Pedersen" userId="bcca11ee-19e3-439b-8f05-48763e2a5f23" providerId="ADAL" clId="{32C752E2-A49F-49A6-89BF-5063FA87EE3B}" dt="2026-04-02T10:05:09.852" v="11600"/>
          <ac:inkMkLst>
            <pc:docMk/>
            <pc:sldMk cId="3238993294" sldId="318"/>
            <ac:inkMk id="27" creationId="{0926F3E3-93B6-3E0C-B31C-703420F14DEB}"/>
          </ac:inkMkLst>
        </pc:inkChg>
        <pc:inkChg chg="add del">
          <ac:chgData name="Jens Alfred Pedersen" userId="bcca11ee-19e3-439b-8f05-48763e2a5f23" providerId="ADAL" clId="{32C752E2-A49F-49A6-89BF-5063FA87EE3B}" dt="2026-04-02T10:05:19.875" v="11611"/>
          <ac:inkMkLst>
            <pc:docMk/>
            <pc:sldMk cId="3238993294" sldId="318"/>
            <ac:inkMk id="28" creationId="{260F27ED-1B61-01EC-3C11-6777F3FEBD39}"/>
          </ac:inkMkLst>
        </pc:inkChg>
        <pc:inkChg chg="add mod">
          <ac:chgData name="Jens Alfred Pedersen" userId="bcca11ee-19e3-439b-8f05-48763e2a5f23" providerId="ADAL" clId="{32C752E2-A49F-49A6-89BF-5063FA87EE3B}" dt="2026-04-02T10:05:21.093" v="11612"/>
          <ac:inkMkLst>
            <pc:docMk/>
            <pc:sldMk cId="3238993294" sldId="318"/>
            <ac:inkMk id="29" creationId="{E4613A43-5C5B-E8BB-431D-6CE52825443B}"/>
          </ac:inkMkLst>
        </pc:inkChg>
        <pc:inkChg chg="add mod">
          <ac:chgData name="Jens Alfred Pedersen" userId="bcca11ee-19e3-439b-8f05-48763e2a5f23" providerId="ADAL" clId="{32C752E2-A49F-49A6-89BF-5063FA87EE3B}" dt="2026-04-02T10:05:26.734" v="11615"/>
          <ac:inkMkLst>
            <pc:docMk/>
            <pc:sldMk cId="3238993294" sldId="318"/>
            <ac:inkMk id="30" creationId="{9E7A2895-41EF-A409-08E9-89676B473AEA}"/>
          </ac:inkMkLst>
        </pc:inkChg>
        <pc:inkChg chg="add mod">
          <ac:chgData name="Jens Alfred Pedersen" userId="bcca11ee-19e3-439b-8f05-48763e2a5f23" providerId="ADAL" clId="{32C752E2-A49F-49A6-89BF-5063FA87EE3B}" dt="2026-04-02T10:05:26.734" v="11615"/>
          <ac:inkMkLst>
            <pc:docMk/>
            <pc:sldMk cId="3238993294" sldId="318"/>
            <ac:inkMk id="31" creationId="{EBAC3FCE-8D27-29D1-1250-D4A9003A1D96}"/>
          </ac:inkMkLst>
        </pc:inkChg>
        <pc:inkChg chg="add del">
          <ac:chgData name="Jens Alfred Pedersen" userId="bcca11ee-19e3-439b-8f05-48763e2a5f23" providerId="ADAL" clId="{32C752E2-A49F-49A6-89BF-5063FA87EE3B}" dt="2026-04-02T10:07:02.931" v="11645" actId="478"/>
          <ac:inkMkLst>
            <pc:docMk/>
            <pc:sldMk cId="3238993294" sldId="318"/>
            <ac:inkMk id="33" creationId="{54646745-3AA6-97A2-7F2B-CB6CC5289F24}"/>
          </ac:inkMkLst>
        </pc:inkChg>
        <pc:inkChg chg="add del">
          <ac:chgData name="Jens Alfred Pedersen" userId="bcca11ee-19e3-439b-8f05-48763e2a5f23" providerId="ADAL" clId="{32C752E2-A49F-49A6-89BF-5063FA87EE3B}" dt="2026-04-02T10:05:35.286" v="11618" actId="9405"/>
          <ac:inkMkLst>
            <pc:docMk/>
            <pc:sldMk cId="3238993294" sldId="318"/>
            <ac:inkMk id="34" creationId="{3F68BF66-72A5-93F8-F341-9BA315F9AE43}"/>
          </ac:inkMkLst>
        </pc:inkChg>
        <pc:inkChg chg="add">
          <ac:chgData name="Jens Alfred Pedersen" userId="bcca11ee-19e3-439b-8f05-48763e2a5f23" providerId="ADAL" clId="{32C752E2-A49F-49A6-89BF-5063FA87EE3B}" dt="2026-04-02T10:05:36.928" v="11619" actId="9405"/>
          <ac:inkMkLst>
            <pc:docMk/>
            <pc:sldMk cId="3238993294" sldId="318"/>
            <ac:inkMk id="35" creationId="{1753B56F-CFEB-3352-F3D6-25316D319E02}"/>
          </ac:inkMkLst>
        </pc:inkChg>
        <pc:inkChg chg="add del">
          <ac:chgData name="Jens Alfred Pedersen" userId="bcca11ee-19e3-439b-8f05-48763e2a5f23" providerId="ADAL" clId="{32C752E2-A49F-49A6-89BF-5063FA87EE3B}" dt="2026-04-02T10:05:48.347" v="11629" actId="9405"/>
          <ac:inkMkLst>
            <pc:docMk/>
            <pc:sldMk cId="3238993294" sldId="318"/>
            <ac:inkMk id="36" creationId="{ACAD7237-ECF9-37B6-48A3-5C6A62DD94DB}"/>
          </ac:inkMkLst>
        </pc:inkChg>
        <pc:inkChg chg="add del mod">
          <ac:chgData name="Jens Alfred Pedersen" userId="bcca11ee-19e3-439b-8f05-48763e2a5f23" providerId="ADAL" clId="{32C752E2-A49F-49A6-89BF-5063FA87EE3B}" dt="2026-04-02T10:05:47.731" v="11628" actId="9405"/>
          <ac:inkMkLst>
            <pc:docMk/>
            <pc:sldMk cId="3238993294" sldId="318"/>
            <ac:inkMk id="37" creationId="{7367A793-CE91-A434-3CB7-3063C54FF6A7}"/>
          </ac:inkMkLst>
        </pc:inkChg>
        <pc:inkChg chg="add del mod">
          <ac:chgData name="Jens Alfred Pedersen" userId="bcca11ee-19e3-439b-8f05-48763e2a5f23" providerId="ADAL" clId="{32C752E2-A49F-49A6-89BF-5063FA87EE3B}" dt="2026-04-02T10:05:47.012" v="11627" actId="9405"/>
          <ac:inkMkLst>
            <pc:docMk/>
            <pc:sldMk cId="3238993294" sldId="318"/>
            <ac:inkMk id="38" creationId="{44AA5471-C244-7BA7-C4B6-C2980CC98469}"/>
          </ac:inkMkLst>
        </pc:inkChg>
        <pc:inkChg chg="add del mod">
          <ac:chgData name="Jens Alfred Pedersen" userId="bcca11ee-19e3-439b-8f05-48763e2a5f23" providerId="ADAL" clId="{32C752E2-A49F-49A6-89BF-5063FA87EE3B}" dt="2026-04-02T10:05:46.605" v="11626"/>
          <ac:inkMkLst>
            <pc:docMk/>
            <pc:sldMk cId="3238993294" sldId="318"/>
            <ac:inkMk id="39" creationId="{AE559EBB-2D62-57D8-E908-DEF21E9A8094}"/>
          </ac:inkMkLst>
        </pc:inkChg>
        <pc:inkChg chg="add">
          <ac:chgData name="Jens Alfred Pedersen" userId="bcca11ee-19e3-439b-8f05-48763e2a5f23" providerId="ADAL" clId="{32C752E2-A49F-49A6-89BF-5063FA87EE3B}" dt="2026-04-02T10:05:50.885" v="11630" actId="9405"/>
          <ac:inkMkLst>
            <pc:docMk/>
            <pc:sldMk cId="3238993294" sldId="318"/>
            <ac:inkMk id="41" creationId="{05670D9B-2A7C-1AF4-DB46-49A4FAF167E4}"/>
          </ac:inkMkLst>
        </pc:inkChg>
        <pc:inkChg chg="add">
          <ac:chgData name="Jens Alfred Pedersen" userId="bcca11ee-19e3-439b-8f05-48763e2a5f23" providerId="ADAL" clId="{32C752E2-A49F-49A6-89BF-5063FA87EE3B}" dt="2026-04-02T10:05:52.913" v="11631" actId="9405"/>
          <ac:inkMkLst>
            <pc:docMk/>
            <pc:sldMk cId="3238993294" sldId="318"/>
            <ac:inkMk id="42" creationId="{6EFE530D-A900-CA73-5BD1-F8A16AA1A829}"/>
          </ac:inkMkLst>
        </pc:inkChg>
      </pc:sldChg>
    </pc:docChg>
  </pc:docChgLst>
  <pc:docChgLst>
    <pc:chgData name="Eske Rasmus Freiesleben" userId="S::s234229@dtu.dk::fcdee4af-c687-4a35-8fea-351291de9243" providerId="AD" clId="Web-{4AB08035-20E2-F8E3-027D-98F8954F47AE}"/>
    <pc:docChg chg="modSld">
      <pc:chgData name="Eske Rasmus Freiesleben" userId="S::s234229@dtu.dk::fcdee4af-c687-4a35-8fea-351291de9243" providerId="AD" clId="Web-{4AB08035-20E2-F8E3-027D-98F8954F47AE}" dt="2026-03-31T12:16:51.332" v="153" actId="20577"/>
      <pc:docMkLst>
        <pc:docMk/>
      </pc:docMkLst>
      <pc:sldChg chg="modSp">
        <pc:chgData name="Eske Rasmus Freiesleben" userId="S::s234229@dtu.dk::fcdee4af-c687-4a35-8fea-351291de9243" providerId="AD" clId="Web-{4AB08035-20E2-F8E3-027D-98F8954F47AE}" dt="2026-03-31T12:08:52.783" v="1"/>
        <pc:sldMkLst>
          <pc:docMk/>
          <pc:sldMk cId="1200842369" sldId="314"/>
        </pc:sldMkLst>
        <pc:picChg chg="mod modCrop">
          <ac:chgData name="Eske Rasmus Freiesleben" userId="S::s234229@dtu.dk::fcdee4af-c687-4a35-8fea-351291de9243" providerId="AD" clId="Web-{4AB08035-20E2-F8E3-027D-98F8954F47AE}" dt="2026-03-31T12:08:52.783" v="1"/>
          <ac:picMkLst>
            <pc:docMk/>
            <pc:sldMk cId="1200842369" sldId="314"/>
            <ac:picMk id="14" creationId="{D2443A7D-327E-F6B6-2BCE-D0E2A59B3B5E}"/>
          </ac:picMkLst>
        </pc:picChg>
      </pc:sldChg>
      <pc:sldChg chg="modSp">
        <pc:chgData name="Eske Rasmus Freiesleben" userId="S::s234229@dtu.dk::fcdee4af-c687-4a35-8fea-351291de9243" providerId="AD" clId="Web-{4AB08035-20E2-F8E3-027D-98F8954F47AE}" dt="2026-03-31T12:16:51.332" v="153" actId="20577"/>
        <pc:sldMkLst>
          <pc:docMk/>
          <pc:sldMk cId="1108052160" sldId="317"/>
        </pc:sldMkLst>
        <pc:spChg chg="mod">
          <ac:chgData name="Eske Rasmus Freiesleben" userId="S::s234229@dtu.dk::fcdee4af-c687-4a35-8fea-351291de9243" providerId="AD" clId="Web-{4AB08035-20E2-F8E3-027D-98F8954F47AE}" dt="2026-03-31T12:16:51.332" v="153" actId="20577"/>
          <ac:spMkLst>
            <pc:docMk/>
            <pc:sldMk cId="1108052160" sldId="317"/>
            <ac:spMk id="7" creationId="{BCC40E36-8080-0116-A3F2-71A7C80FC1D6}"/>
          </ac:spMkLst>
        </pc:spChg>
      </pc:sldChg>
    </pc:docChg>
  </pc:docChgLst>
  <pc:docChgLst>
    <pc:chgData name="Jacob Manniche" userId="S::s234258@dtu.dk::1ca2ec3f-18cf-4f16-911a-5a58a6928b10" providerId="AD" clId="Web-{9B6B98F4-1F85-616A-1636-113E2FCF992E}"/>
    <pc:docChg chg="addSld delSld modSld">
      <pc:chgData name="Jacob Manniche" userId="S::s234258@dtu.dk::1ca2ec3f-18cf-4f16-911a-5a58a6928b10" providerId="AD" clId="Web-{9B6B98F4-1F85-616A-1636-113E2FCF992E}" dt="2026-03-25T11:37:19.006" v="658" actId="20577"/>
      <pc:docMkLst>
        <pc:docMk/>
      </pc:docMkLst>
      <pc:sldChg chg="addSp delSp modSp add replId">
        <pc:chgData name="Jacob Manniche" userId="S::s234258@dtu.dk::1ca2ec3f-18cf-4f16-911a-5a58a6928b10" providerId="AD" clId="Web-{9B6B98F4-1F85-616A-1636-113E2FCF992E}" dt="2026-03-25T10:11:49.796" v="338" actId="1076"/>
        <pc:sldMkLst>
          <pc:docMk/>
          <pc:sldMk cId="1489163393" sldId="312"/>
        </pc:sldMkLst>
        <pc:spChg chg="mod">
          <ac:chgData name="Jacob Manniche" userId="S::s234258@dtu.dk::1ca2ec3f-18cf-4f16-911a-5a58a6928b10" providerId="AD" clId="Web-{9B6B98F4-1F85-616A-1636-113E2FCF992E}" dt="2026-03-25T09:21:52.191" v="324" actId="20577"/>
          <ac:spMkLst>
            <pc:docMk/>
            <pc:sldMk cId="1489163393" sldId="312"/>
            <ac:spMk id="2" creationId="{F6C73D8F-5025-A285-FF0F-C32A92C3D42C}"/>
          </ac:spMkLst>
        </pc:spChg>
        <pc:spChg chg="add mod">
          <ac:chgData name="Jacob Manniche" userId="S::s234258@dtu.dk::1ca2ec3f-18cf-4f16-911a-5a58a6928b10" providerId="AD" clId="Web-{9B6B98F4-1F85-616A-1636-113E2FCF992E}" dt="2026-03-25T08:44:54.563" v="200" actId="1076"/>
          <ac:spMkLst>
            <pc:docMk/>
            <pc:sldMk cId="1489163393" sldId="312"/>
            <ac:spMk id="6" creationId="{6EA754B2-A79F-48F3-79F9-9BF4E2DF9CF3}"/>
          </ac:spMkLst>
        </pc:spChg>
        <pc:picChg chg="add mod">
          <ac:chgData name="Jacob Manniche" userId="S::s234258@dtu.dk::1ca2ec3f-18cf-4f16-911a-5a58a6928b10" providerId="AD" clId="Web-{9B6B98F4-1F85-616A-1636-113E2FCF992E}" dt="2026-03-25T10:11:11.029" v="332" actId="1076"/>
          <ac:picMkLst>
            <pc:docMk/>
            <pc:sldMk cId="1489163393" sldId="312"/>
            <ac:picMk id="7" creationId="{C1563A95-08F8-AD0D-F1AD-CE924499A0A8}"/>
          </ac:picMkLst>
        </pc:picChg>
        <pc:picChg chg="add mod">
          <ac:chgData name="Jacob Manniche" userId="S::s234258@dtu.dk::1ca2ec3f-18cf-4f16-911a-5a58a6928b10" providerId="AD" clId="Web-{9B6B98F4-1F85-616A-1636-113E2FCF992E}" dt="2026-03-25T10:11:49.796" v="338" actId="1076"/>
          <ac:picMkLst>
            <pc:docMk/>
            <pc:sldMk cId="1489163393" sldId="312"/>
            <ac:picMk id="10" creationId="{9689CB8F-7DFB-1E29-6DFB-F83AD1030581}"/>
          </ac:picMkLst>
        </pc:picChg>
      </pc:sldChg>
    </pc:docChg>
  </pc:docChgLst>
  <pc:docChgLst>
    <pc:chgData name="Jens Alfred Pedersen" userId="S::s230869@dtu.dk::bcca11ee-19e3-439b-8f05-48763e2a5f23" providerId="AD" clId="Web-{0222582F-61D0-347B-FB39-7384A38798CC}"/>
    <pc:docChg chg="addSld delSld modSld">
      <pc:chgData name="Jens Alfred Pedersen" userId="S::s230869@dtu.dk::bcca11ee-19e3-439b-8f05-48763e2a5f23" providerId="AD" clId="Web-{0222582F-61D0-347B-FB39-7384A38798CC}" dt="2026-03-23T10:24:39.965" v="222" actId="1076"/>
      <pc:docMkLst>
        <pc:docMk/>
      </pc:docMkLst>
      <pc:sldChg chg="modSp">
        <pc:chgData name="Jens Alfred Pedersen" userId="S::s230869@dtu.dk::bcca11ee-19e3-439b-8f05-48763e2a5f23" providerId="AD" clId="Web-{0222582F-61D0-347B-FB39-7384A38798CC}" dt="2026-03-23T10:11:23.195" v="2" actId="20577"/>
        <pc:sldMkLst>
          <pc:docMk/>
          <pc:sldMk cId="379633757" sldId="293"/>
        </pc:sldMkLst>
        <pc:spChg chg="mod">
          <ac:chgData name="Jens Alfred Pedersen" userId="S::s230869@dtu.dk::bcca11ee-19e3-439b-8f05-48763e2a5f23" providerId="AD" clId="Web-{0222582F-61D0-347B-FB39-7384A38798CC}" dt="2026-03-23T10:11:23.195" v="2" actId="20577"/>
          <ac:spMkLst>
            <pc:docMk/>
            <pc:sldMk cId="379633757" sldId="293"/>
            <ac:spMk id="3" creationId="{3C3DCE8A-3450-3756-F020-B8CA931B4CA7}"/>
          </ac:spMkLst>
        </pc:spChg>
      </pc:sldChg>
      <pc:sldChg chg="addSp delSp modSp add replId">
        <pc:chgData name="Jens Alfred Pedersen" userId="S::s230869@dtu.dk::bcca11ee-19e3-439b-8f05-48763e2a5f23" providerId="AD" clId="Web-{0222582F-61D0-347B-FB39-7384A38798CC}" dt="2026-03-23T10:24:39.965" v="222" actId="1076"/>
        <pc:sldMkLst>
          <pc:docMk/>
          <pc:sldMk cId="1652593064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FAC2-CAA8-4C26-A102-B05A6542AA2E}" type="datetimeFigureOut">
              <a:rPr lang="da-DK" smtClean="0"/>
              <a:t>02-04-2026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CF9C7-D1BA-425F-9524-4BF3E367B9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8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986-3CF3-A4DC-4F82-52D34392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493507-F7A7-19D1-FEAC-30EDB9E6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3B46A6-E0C6-8C16-0B2C-DE08F92C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D4E4BD-91D9-F554-438F-8C09AAFA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283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5350C-E9B2-7BD7-63AB-3E0A189A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FF6F188-D2CE-D266-5F75-5B6E62258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095E6E4-C96C-868C-2B02-3F904FD50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5DE2D25-4A05-DE41-79D6-AB295DFD9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31162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5B4D7-5A4F-B2BA-17F7-5AF4FFA3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0BC613C-C7F1-E7A3-B819-8A8148A9B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30D84AE6-6A11-1D4E-CE77-004061695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090216-1105-BD6D-E11B-830F69D69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1698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210A-E0DB-D9D3-40E3-A145DE3D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792B953-1BCD-C0BD-2A04-2F603B7BB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5755083-27D2-01D0-AF27-77702CC94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C24FB43-C83E-281C-D5E7-3C4C4DAD3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6072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9930-6E9C-A32B-9A5A-AB802DDC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A2E485D-56CD-8849-9525-572793685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0CD6FCE-FE8A-80F0-9FC5-237402CA5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32AA8DF-9A88-BD4B-B10B-EA8C795BB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2310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BF1FE-34C3-1633-7689-BC778CBD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1C717F8-1BAE-C6EA-82AD-E64A4B515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704B140-FF04-FEEB-AD1C-AC53EFB58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46B93C5-01F0-0487-4ACA-AEF81D716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8702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B108-50BC-2F7F-EA5E-434BB5C5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7EA7D23-882B-DF7B-DCC4-D5006F01C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D7FA23C-D43E-BA58-ECC4-2A7197978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EF762FE-B017-3D0F-4DC0-43E489F40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506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B0A5-B4F7-8CEE-AF32-2A93A9E5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F18AE8E-719E-9A6E-7D02-0C0E5B92E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4998C9A-1252-BE56-4D6E-4169AEF5E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293F104-9025-563C-9D71-373B8ACE2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2433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3860-993A-4F3D-E9AD-4E09ABAA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D1AE146-87D6-9619-137C-92CCE84AB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A443241-8749-0BB7-3630-01DEF9CBC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1653D7C-1F98-C47F-B24E-E14DA5E20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10632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412F-3B59-BBD3-2CA5-372A2603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EA3A1E3-CF95-8B00-7DCF-5EE0126FB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2953548-EC49-7B67-6EB4-E33C7625A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41BF0CB-F896-938E-434A-426B90BB5E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78742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E102-1A30-31FA-CE9B-FA01C8D1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4DD33A0-4AA8-189C-1DDE-0891414B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30CF9C4-41ED-982A-26AE-83D32C18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B74FBDF-8EAC-F21A-6EC0-C727D3764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42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FEBFF-7A55-6A26-1B55-31D89164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95899B-CD02-6AA9-DF41-724DD5A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199BCB-1B71-C947-B591-D646D7B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32E6-F494-4368-97C1-514ABDFF7489}" type="datetime1">
              <a:rPr lang="da-DK" smtClean="0"/>
              <a:t>02-04-2026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1D043E-8A77-47F9-4693-23D3217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97C2FE-321E-E181-5853-B2A4DD84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13507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D0CDC-CECC-54E1-DA3E-104DC915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8B14A5-8C46-C634-1813-51EA4B8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E2CC94-0AF7-2B58-CE1C-E40146EE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D05-3B1B-476A-93CE-8E1927AA511B}" type="datetime1">
              <a:rPr lang="da-DK" smtClean="0"/>
              <a:t>02-04-2026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F41E05-CFC5-DB17-012C-CF773427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72367-2D8B-CDC4-E6F6-395580F7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630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52474-76BA-4C4D-D9AB-814801F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DA833F-30BC-7E38-F5B5-BCA729D4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D86313-E12F-7CE9-BBCB-6520EDF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1A2-E5BC-4A90-8F05-1A960DB8C22A}" type="datetime1">
              <a:rPr lang="da-DK" smtClean="0"/>
              <a:t>02-04-2026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A54902-4605-5ED6-75EC-ED4DB2E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B4A159-C3C0-51E1-32B7-EEA5A29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00208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8863B-CBA4-4F52-0D4A-297B80B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8BAEC8-EE09-53B6-D595-50E1A768B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2C9B15A-AF2F-5A1B-F32E-4E81ADEF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E642F-0498-3FE2-8376-7D38EDC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23AE-8A67-41E3-AD31-4F52660CDCC3}" type="datetime1">
              <a:rPr lang="da-DK" smtClean="0"/>
              <a:t>02-04-2026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9EB19-2077-883B-DB2D-A070A11D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357521-A00E-B2A1-F457-D948D0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49802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5213-12AE-6CD4-FFBA-5AE2B27D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53E986-3354-792E-C1ED-8002655B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374ABBD-AEC1-6E9C-7D0B-23501475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46F4983-8FD9-D9B0-F94D-D9977C6EA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BC184DD-E7C0-B482-49DF-377C47F47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7BBEC05-03DB-5CF6-82AB-5BCA8690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559C-0F19-43C8-A1E5-CF6E5F861D21}" type="datetime1">
              <a:rPr lang="da-DK" smtClean="0"/>
              <a:t>02-04-2026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1204539-29EF-5B9B-C772-B8CE0DD3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D6AFCC-1B31-EF0E-4A00-B5CA1F7F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23057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1010A-D2F8-E0E3-B5A7-568E9D2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7B4F3B-2F00-43D0-081D-1A3850C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7C2D-85D7-4702-B890-702C36AE9128}" type="datetime1">
              <a:rPr lang="da-DK" smtClean="0"/>
              <a:t>02-04-2026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8B372C-C89A-D870-1E08-C57FEF5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798EBC-A9C5-D03D-C701-B7019C0F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27385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6CF1503-063B-FB97-8A34-62253DB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CFEA-B7AB-4D9B-AC35-1CF9136F942B}" type="datetime1">
              <a:rPr lang="da-DK" smtClean="0"/>
              <a:t>02-04-2026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57DA6F2-AD34-F48C-60ED-C3D25317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23836C-C589-B82E-6EF4-6D1B965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572751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A13FD-F290-ABD0-583C-D86F2F01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3DB6CF-F07F-CF3D-1FE8-FCCA16F4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DFA81D0-11AC-D379-1B88-52DEF0BDC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E80E5-E933-235C-A8BE-87A7A15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761F-7661-47F8-BFAA-F3644C45B4F1}" type="datetime1">
              <a:rPr lang="da-DK" smtClean="0"/>
              <a:t>02-04-2026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A101950-0C00-FF5B-69DC-980B12DA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D25D43-C01F-898E-947C-5B736C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37683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19ACE-65C4-F7C5-4A66-DC55D7EB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D28E6C7-745A-C059-39B7-1556D55B6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F7DDE0-5792-747A-A171-358F04CC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9378F4C-7B40-290E-AC0A-184C6480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36D1-A74B-4339-83DC-3AC10AF76DE8}" type="datetime1">
              <a:rPr lang="da-DK" smtClean="0"/>
              <a:t>02-04-2026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D2CEF0-C2D3-A2EC-9FEC-365B766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058D538-9165-A2A6-084B-F285558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1592061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1C54E-CE78-4B28-B5B7-2DE89428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9CEADF7-990C-CDAA-F734-38FE4DCD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51D0D-5089-530D-1512-4FF74775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25F9-DCE1-48CF-A60C-3F140F9CBAD8}" type="datetime1">
              <a:rPr lang="da-DK" smtClean="0"/>
              <a:t>02-04-2026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38BF7C9-5C1C-750C-0406-1578857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24D9CB-F416-6DB2-865F-95FCF2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06527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20F32C6-976C-3B68-1B45-66A5A55DF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786DBCD-D3C8-A4F6-9AF9-B80738A06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E276A2-1D23-D8B7-D3C3-5D705AAF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74F6-BA4E-45BD-9299-F0B4D2AEB753}" type="datetime1">
              <a:rPr lang="da-DK" smtClean="0"/>
              <a:t>02-04-2026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ED4DE2-4ACE-1171-1470-2FECF5A8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986D5C-E4C1-0598-07C7-8B0BA41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77122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E5C346D-711A-32D0-673C-BBF51D50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49FE7A-F6F6-525C-3BDD-A633F3EC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52E26C-0C81-374F-B5FD-95BDD09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9E16-850A-47CB-B103-1048DBDB4CCB}" type="datetime1">
              <a:rPr lang="da-DK" smtClean="0"/>
              <a:t>02-04-2026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EEC06D-D19C-449A-EEE9-139DFA066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5664C8-FB83-198F-9DC5-E27BAB8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8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E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8179-DE7C-7D65-D53F-F1BEFF17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39CA70D-9BE0-0084-BAE1-3598C7B60C15}"/>
              </a:ext>
            </a:extLst>
          </p:cNvPr>
          <p:cNvSpPr/>
          <p:nvPr/>
        </p:nvSpPr>
        <p:spPr>
          <a:xfrm>
            <a:off x="229969" y="5820504"/>
            <a:ext cx="5285161" cy="734132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C3DCE8A-3450-3756-F020-B8CA931B4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20" y="4767018"/>
            <a:ext cx="5514737" cy="7341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noProof="0">
                <a:solidFill>
                  <a:srgbClr val="94A9DC"/>
                </a:solidFill>
              </a:rPr>
              <a:t>Bachelor project, 2026</a:t>
            </a:r>
          </a:p>
          <a:p>
            <a:pPr algn="l"/>
            <a:r>
              <a:rPr lang="en-US" sz="1900" b="1">
                <a:solidFill>
                  <a:srgbClr val="94A9DC"/>
                </a:solidFill>
              </a:rPr>
              <a:t>Meeting 3, date: 25-03-2026</a:t>
            </a:r>
          </a:p>
        </p:txBody>
      </p:sp>
      <p:pic>
        <p:nvPicPr>
          <p:cNvPr id="11" name="Billede 10" descr="Et billede, der indeholder Font/skrifttype, Grafik, logo, design&#10;&#10;AI-genereret indhold kan være ukorrekt.">
            <a:extLst>
              <a:ext uri="{FF2B5EF4-FFF2-40B4-BE49-F238E27FC236}">
                <a16:creationId xmlns:a16="http://schemas.microsoft.com/office/drawing/2014/main" id="{58A9BEA7-4018-11C6-E1EC-880A9589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49258"/>
            <a:ext cx="538449" cy="76921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96A0BBB-BDA2-328E-E43F-B8A17B842215}"/>
              </a:ext>
            </a:extLst>
          </p:cNvPr>
          <p:cNvSpPr txBox="1">
            <a:spLocks/>
          </p:cNvSpPr>
          <p:nvPr/>
        </p:nvSpPr>
        <p:spPr>
          <a:xfrm>
            <a:off x="229969" y="5469149"/>
            <a:ext cx="3172076" cy="1097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noProof="0">
                <a:solidFill>
                  <a:srgbClr val="94A9DC"/>
                </a:solidFill>
              </a:rPr>
              <a:t>GROUP 3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Eske Freiesleben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Jacob Manniche</a:t>
            </a:r>
            <a:endParaRPr lang="en-US" sz="1200" noProof="0">
              <a:solidFill>
                <a:srgbClr val="94A9DC"/>
              </a:solidFill>
            </a:endParaRP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J. Alfred Pedersen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7DD1288-530D-2107-76AC-2F6955790447}"/>
              </a:ext>
            </a:extLst>
          </p:cNvPr>
          <p:cNvSpPr txBox="1">
            <a:spLocks/>
          </p:cNvSpPr>
          <p:nvPr/>
        </p:nvSpPr>
        <p:spPr>
          <a:xfrm>
            <a:off x="3854296" y="5501149"/>
            <a:ext cx="1669953" cy="1073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200" b="1" noProof="0">
                <a:solidFill>
                  <a:srgbClr val="94A9DC"/>
                </a:solidFill>
              </a:rPr>
              <a:t>Student ID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S234229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S234258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S230869</a:t>
            </a:r>
            <a:endParaRPr lang="en-US" sz="1200" noProof="0">
              <a:solidFill>
                <a:srgbClr val="94A9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A5920-B537-C091-61E5-42EA09F8D89C}"/>
              </a:ext>
            </a:extLst>
          </p:cNvPr>
          <p:cNvSpPr/>
          <p:nvPr/>
        </p:nvSpPr>
        <p:spPr>
          <a:xfrm>
            <a:off x="6215908" y="366819"/>
            <a:ext cx="5611710" cy="6187817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746D4-ECF6-A1C8-C827-186F51BB0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968" y="2511598"/>
            <a:ext cx="7523548" cy="2247880"/>
          </a:xfrm>
        </p:spPr>
        <p:txBody>
          <a:bodyPr>
            <a:noAutofit/>
          </a:bodyPr>
          <a:lstStyle/>
          <a:p>
            <a:pPr algn="l"/>
            <a:br>
              <a:rPr lang="en-US" sz="4800" b="1" noProof="0"/>
            </a:br>
            <a:r>
              <a:rPr lang="en-US" sz="4800" b="1">
                <a:solidFill>
                  <a:schemeClr val="bg1"/>
                </a:solidFill>
              </a:rPr>
              <a:t>Working title: </a:t>
            </a:r>
            <a:br>
              <a:rPr lang="en-US" sz="4800" b="1">
                <a:solidFill>
                  <a:schemeClr val="bg1"/>
                </a:solidFill>
              </a:rPr>
            </a:br>
            <a:r>
              <a:rPr lang="en-US" sz="4800" b="1">
                <a:solidFill>
                  <a:schemeClr val="bg1"/>
                </a:solidFill>
              </a:rPr>
              <a:t>CFD</a:t>
            </a:r>
            <a:r>
              <a:rPr lang="en-US" sz="4800" b="1" noProof="0">
                <a:solidFill>
                  <a:schemeClr val="bg1"/>
                </a:solidFill>
              </a:rPr>
              <a:t> and ROM of Flow </a:t>
            </a:r>
            <a:br>
              <a:rPr lang="en-US" sz="4800" b="1" noProof="0"/>
            </a:br>
            <a:r>
              <a:rPr lang="en-US" sz="4800" b="1" noProof="0">
                <a:solidFill>
                  <a:schemeClr val="bg1"/>
                </a:solidFill>
              </a:rPr>
              <a:t>over a Golf Court</a:t>
            </a:r>
            <a:endParaRPr lang="en-US" sz="4400" b="1" noProof="0">
              <a:solidFill>
                <a:schemeClr val="bg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633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206BC-1FF2-75AF-753C-A2E4FBF2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FCA34A90-8126-A9A9-2EB5-8E4850EC78B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52BDFD-3BB6-F0F7-8985-623067D73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Table of contents</a:t>
            </a:r>
            <a:endParaRPr lang="en-US" sz="4800" b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E5A6319-58CE-B124-30E1-0C064A96929B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16F2C42-D2D3-621B-A470-C0CB61B33DDD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EFD2821-04ED-B3D6-AC8E-AC40AB754B2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6A5359B-E879-8F19-F543-84A1F9A6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FA9FFD4E-F14B-ACB1-BABF-C84178B17462}"/>
              </a:ext>
            </a:extLst>
          </p:cNvPr>
          <p:cNvSpPr txBox="1"/>
          <p:nvPr/>
        </p:nvSpPr>
        <p:spPr>
          <a:xfrm>
            <a:off x="213360" y="1103222"/>
            <a:ext cx="1176527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/>
              <a:t>General progress and theory</a:t>
            </a:r>
          </a:p>
          <a:p>
            <a:r>
              <a:rPr lang="en-GB" sz="2000" b="1"/>
              <a:t>	3-4:</a:t>
            </a:r>
            <a:r>
              <a:rPr lang="en-GB" sz="2000" i="1"/>
              <a:t> </a:t>
            </a:r>
            <a:r>
              <a:rPr lang="en-GB" sz="2000"/>
              <a:t>We looked into the stability term for the 2D logarithmic wind profile</a:t>
            </a:r>
          </a:p>
          <a:p>
            <a:r>
              <a:rPr lang="en-GB" sz="2000" b="1"/>
              <a:t>	5-6: </a:t>
            </a:r>
            <a:r>
              <a:rPr lang="en-GB" sz="2000"/>
              <a:t>We investigated how flow over a Gaussian hill can be approximated (again 2D using 	  	          logarithmic profile)</a:t>
            </a:r>
          </a:p>
          <a:p>
            <a:r>
              <a:rPr lang="en-GB" sz="2000" b="1"/>
              <a:t>	7: </a:t>
            </a:r>
            <a:r>
              <a:rPr lang="en-GB" sz="2000"/>
              <a:t>We found a data-slice for a RANS simulation over a Gaussian hill, and to understand the data 	     structure and how to visualize it, we plotted the velocity and turbulence intensity over the hill</a:t>
            </a:r>
            <a:endParaRPr lang="en-GB" sz="2000" b="1"/>
          </a:p>
          <a:p>
            <a:endParaRPr lang="en-GB" sz="2000" b="1"/>
          </a:p>
          <a:p>
            <a:r>
              <a:rPr lang="en-GB" sz="2000" b="1"/>
              <a:t>Structure and Gantt-diagram</a:t>
            </a:r>
          </a:p>
          <a:p>
            <a:r>
              <a:rPr lang="en-GB" sz="2000" b="1"/>
              <a:t>	8-9: </a:t>
            </a:r>
            <a:r>
              <a:rPr lang="en-GB" sz="2000"/>
              <a:t>Structure update including our estimate of a step-by-step approach and updated GANTT 	         diagram</a:t>
            </a:r>
          </a:p>
          <a:p>
            <a:endParaRPr lang="en-GB" sz="2000" b="1"/>
          </a:p>
          <a:p>
            <a:r>
              <a:rPr lang="en-GB" sz="2000" b="1"/>
              <a:t>Non-disclosure agreement</a:t>
            </a:r>
          </a:p>
          <a:p>
            <a:r>
              <a:rPr lang="en-GB" sz="2000" b="1"/>
              <a:t>	10: </a:t>
            </a:r>
            <a:r>
              <a:rPr lang="en-GB" sz="2000"/>
              <a:t>Update on the NDA</a:t>
            </a:r>
          </a:p>
          <a:p>
            <a:r>
              <a:rPr lang="en-GB" sz="2000" b="1" err="1"/>
              <a:t>Gbar</a:t>
            </a:r>
            <a:r>
              <a:rPr lang="en-GB" sz="2000" b="1"/>
              <a:t> update</a:t>
            </a:r>
          </a:p>
          <a:p>
            <a:r>
              <a:rPr lang="en-GB" sz="2000" b="1"/>
              <a:t>	11: </a:t>
            </a:r>
            <a:r>
              <a:rPr lang="en-GB" sz="2000"/>
              <a:t>Status on </a:t>
            </a:r>
            <a:r>
              <a:rPr lang="en-GB" sz="2000" err="1"/>
              <a:t>Gbar</a:t>
            </a:r>
            <a:endParaRPr lang="en-GB" sz="2000" b="1"/>
          </a:p>
          <a:p>
            <a:endParaRPr lang="en-GB" sz="2000" i="1"/>
          </a:p>
          <a:p>
            <a:endParaRPr lang="en-GB" sz="2000" i="1"/>
          </a:p>
        </p:txBody>
      </p:sp>
    </p:spTree>
    <p:extLst>
      <p:ext uri="{BB962C8B-B14F-4D97-AF65-F5344CB8AC3E}">
        <p14:creationId xmlns:p14="http://schemas.microsoft.com/office/powerpoint/2010/main" val="1652593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7BC03-4E4E-EC84-0A09-C5E40CBE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2604CCB3-C643-0806-6EF4-A46743A70F4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09435C-6ABF-27E5-020E-61955A36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Stability (1/2)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22E63E1-1D3D-FBDB-0248-82CB06B69B40}"/>
              </a:ext>
            </a:extLst>
          </p:cNvPr>
          <p:cNvSpPr/>
          <p:nvPr/>
        </p:nvSpPr>
        <p:spPr>
          <a:xfrm>
            <a:off x="0" y="6315035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C696A4C-6C97-FFF4-AFBC-BBF8D77F7C32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2C9D66B-487E-636B-513A-587B07579C2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CF97844-A551-07F4-82FF-CC95FD88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3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C046D-C7BA-1364-969A-C1AB09BEF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04" r="47356" b="-295"/>
          <a:stretch>
            <a:fillRect/>
          </a:stretch>
        </p:blipFill>
        <p:spPr>
          <a:xfrm>
            <a:off x="6177271" y="991576"/>
            <a:ext cx="5801369" cy="51955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0706683-261F-83F5-312B-F5503D08B2C2}"/>
                  </a:ext>
                </a:extLst>
              </p:cNvPr>
              <p:cNvSpPr txBox="1"/>
              <p:nvPr/>
            </p:nvSpPr>
            <p:spPr>
              <a:xfrm>
                <a:off x="213361" y="1103222"/>
                <a:ext cx="613827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/>
                  <a:t>For the vertical mean wind speed profile </a:t>
                </a:r>
                <a:r>
                  <a:rPr lang="en-GB" sz="2000" i="1"/>
                  <a:t>U(z)</a:t>
                </a:r>
                <a:r>
                  <a:rPr lang="en-GB" sz="2000"/>
                  <a:t>, we looked into the stability term </a:t>
                </a:r>
                <a14:m>
                  <m:oMath xmlns:m="http://schemas.openxmlformats.org/officeDocument/2006/math">
                    <m:r>
                      <a:rPr lang="da-DK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  <a:p>
                <a:r>
                  <a:rPr lang="en-GB" sz="2000"/>
                  <a:t>To see the impact of stability on the profile, here we  found the following definition:</a:t>
                </a:r>
              </a:p>
              <a:p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  <a:p>
                <a:endParaRPr lang="en-GB" sz="2000"/>
              </a:p>
              <a:p>
                <a:r>
                  <a:rPr lang="en-GB" sz="2000"/>
                  <a:t>From </a:t>
                </a:r>
                <a:r>
                  <a:rPr lang="da-DK" sz="2000" i="1"/>
                  <a:t>Troen, I., &amp; Lundtang Petersen, E. (1989). European Wind Atlas. Risø National Laboratory</a:t>
                </a:r>
                <a:endParaRPr lang="en-GB" sz="2000" i="1"/>
              </a:p>
            </p:txBody>
          </p:sp>
        </mc:Choice>
        <mc:Fallback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0706683-261F-83F5-312B-F5503D08B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1" y="1103222"/>
                <a:ext cx="6138278" cy="5016758"/>
              </a:xfrm>
              <a:prstGeom prst="rect">
                <a:avLst/>
              </a:prstGeom>
              <a:blipFill>
                <a:blip r:embed="rId4"/>
                <a:stretch>
                  <a:fillRect l="-993" t="-729" b="-1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F15B0F01-F32C-74A5-95AA-6398EE20EE0B}"/>
                  </a:ext>
                </a:extLst>
              </p:cNvPr>
              <p:cNvSpPr txBox="1"/>
              <p:nvPr/>
            </p:nvSpPr>
            <p:spPr>
              <a:xfrm>
                <a:off x="383456" y="1925077"/>
                <a:ext cx="5686130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a-DK" b="0" i="0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" name="Tekstfelt 2">
                <a:extLst>
                  <a:ext uri="{FF2B5EF4-FFF2-40B4-BE49-F238E27FC236}">
                    <a16:creationId xmlns:a16="http://schemas.microsoft.com/office/drawing/2014/main" id="{F15B0F01-F32C-74A5-95AA-6398EE20E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56" y="1925077"/>
                <a:ext cx="5686130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875E74B0-C34C-4615-DEE9-1DA1AB475263}"/>
                  </a:ext>
                </a:extLst>
              </p:cNvPr>
              <p:cNvSpPr txBox="1"/>
              <p:nvPr/>
            </p:nvSpPr>
            <p:spPr>
              <a:xfrm>
                <a:off x="1117929" y="3429000"/>
                <a:ext cx="4702769" cy="1481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da-DK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da-DK" b="0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da-DK" b="0" i="0" smtClean="0">
                          <a:solidFill>
                            <a:srgbClr val="3655A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a-DK" i="1" smtClean="0">
                              <a:solidFill>
                                <a:srgbClr val="3655A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a-DK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0,                                 </m:t>
                              </m:r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𝑛𝑒𝑢𝑡𝑟𝑎𝑙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da-DK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a-DK" i="1" smtClean="0">
                                          <a:solidFill>
                                            <a:srgbClr val="3655A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b="0" i="1" smtClean="0">
                                          <a:solidFill>
                                            <a:srgbClr val="3655A6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1−16</m:t>
                                      </m:r>
                                      <m:f>
                                        <m:fPr>
                                          <m:ctrlPr>
                                            <a:rPr lang="da-DK" i="1" smtClean="0">
                                              <a:solidFill>
                                                <a:srgbClr val="3655A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a-DK" b="0" i="1" smtClean="0">
                                              <a:solidFill>
                                                <a:srgbClr val="3655A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num>
                                        <m:den>
                                          <m:r>
                                            <a:rPr lang="da-DK" b="0" i="1" smtClean="0">
                                              <a:solidFill>
                                                <a:srgbClr val="3655A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1/4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−1 ,  </m:t>
                              </m:r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𝑢𝑛𝑠𝑡𝑎𝑏𝑙𝑒</m:t>
                              </m:r>
                            </m:e>
                            <m:e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−4.7</m:t>
                              </m:r>
                              <m:f>
                                <m:fPr>
                                  <m:ctrlPr>
                                    <a:rPr lang="da-DK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da-DK" b="0" i="1" smtClean="0">
                                      <a:solidFill>
                                        <a:srgbClr val="3655A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                 </m:t>
                              </m:r>
                              <m:r>
                                <a:rPr lang="da-DK" b="0" i="1" smtClean="0">
                                  <a:solidFill>
                                    <a:srgbClr val="3655A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𝑠𝑡𝑎𝑏𝑙𝑒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875E74B0-C34C-4615-DEE9-1DA1AB475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929" y="3429000"/>
                <a:ext cx="4702769" cy="14817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00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299C5-EEA8-69C0-B334-68D6A9D4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kstfelt 12">
            <a:extLst>
              <a:ext uri="{FF2B5EF4-FFF2-40B4-BE49-F238E27FC236}">
                <a16:creationId xmlns:a16="http://schemas.microsoft.com/office/drawing/2014/main" id="{5516932F-C2AC-4273-BCA8-949290A14A51}"/>
              </a:ext>
            </a:extLst>
          </p:cNvPr>
          <p:cNvSpPr txBox="1"/>
          <p:nvPr/>
        </p:nvSpPr>
        <p:spPr>
          <a:xfrm>
            <a:off x="213359" y="1063894"/>
            <a:ext cx="1092658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err="1"/>
              <a:t>Following</a:t>
            </a:r>
            <a:r>
              <a:rPr lang="da-DK" sz="2000"/>
              <a:t> </a:t>
            </a:r>
            <a:r>
              <a:rPr lang="da-DK" sz="2000" err="1"/>
              <a:t>this</a:t>
            </a:r>
            <a:r>
              <a:rPr lang="da-DK" sz="2000"/>
              <a:t> </a:t>
            </a:r>
            <a:r>
              <a:rPr lang="da-DK" sz="2000" err="1"/>
              <a:t>we</a:t>
            </a:r>
            <a:r>
              <a:rPr lang="da-DK" sz="2000"/>
              <a:t> </a:t>
            </a:r>
            <a:r>
              <a:rPr lang="da-DK" sz="2000" err="1"/>
              <a:t>looked</a:t>
            </a:r>
            <a:r>
              <a:rPr lang="da-DK" sz="2000"/>
              <a:t> </a:t>
            </a:r>
            <a:r>
              <a:rPr lang="da-DK" sz="2000" err="1"/>
              <a:t>into</a:t>
            </a:r>
            <a:r>
              <a:rPr lang="da-DK" sz="2000"/>
              <a:t> the </a:t>
            </a:r>
            <a:r>
              <a:rPr lang="da-DK" sz="2000" err="1"/>
              <a:t>Monin-Obukhov</a:t>
            </a:r>
            <a:r>
              <a:rPr lang="da-DK" sz="2000"/>
              <a:t> </a:t>
            </a:r>
            <a:r>
              <a:rPr lang="da-DK" sz="2000" err="1"/>
              <a:t>length</a:t>
            </a:r>
            <a:r>
              <a:rPr lang="da-DK" sz="2000"/>
              <a:t> </a:t>
            </a:r>
            <a:r>
              <a:rPr lang="da-DK" sz="2000" i="1"/>
              <a:t>L </a:t>
            </a:r>
            <a:r>
              <a:rPr lang="da-DK" sz="2000"/>
              <a:t>in the </a:t>
            </a:r>
            <a:r>
              <a:rPr lang="da-DK" sz="2000" err="1"/>
              <a:t>stability</a:t>
            </a:r>
            <a:r>
              <a:rPr lang="da-DK" sz="2000"/>
              <a:t> term </a:t>
            </a:r>
            <a:r>
              <a:rPr lang="en-GB" sz="2000"/>
              <a:t>to see its impact. And we see how larger values of </a:t>
            </a:r>
            <a:r>
              <a:rPr lang="en-GB" sz="2000" i="1"/>
              <a:t>L</a:t>
            </a:r>
            <a:r>
              <a:rPr lang="en-GB" sz="2000"/>
              <a:t> both negative and positive approach the neutral profile.</a:t>
            </a:r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endParaRPr lang="en-GB" sz="2000" i="1"/>
          </a:p>
          <a:p>
            <a:r>
              <a:rPr lang="en-GB" sz="2000"/>
              <a:t>We are still looking into estimating </a:t>
            </a:r>
            <a:r>
              <a:rPr lang="en-GB" sz="2000" i="1"/>
              <a:t>L</a:t>
            </a:r>
            <a:r>
              <a:rPr lang="en-GB" sz="2000"/>
              <a:t> and how this relates to lapse rate and the diurnal cycle</a:t>
            </a:r>
          </a:p>
          <a:p>
            <a:endParaRPr lang="en-GB" sz="2000"/>
          </a:p>
        </p:txBody>
      </p:sp>
      <p:pic>
        <p:nvPicPr>
          <p:cNvPr id="15" name="Billede 14">
            <a:extLst>
              <a:ext uri="{FF2B5EF4-FFF2-40B4-BE49-F238E27FC236}">
                <a16:creationId xmlns:a16="http://schemas.microsoft.com/office/drawing/2014/main" id="{B36BA1A3-6067-27CB-6C85-F1AE656E07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5912" r="47744"/>
          <a:stretch>
            <a:fillRect/>
          </a:stretch>
        </p:blipFill>
        <p:spPr>
          <a:xfrm>
            <a:off x="1146082" y="1713519"/>
            <a:ext cx="4452078" cy="3991082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18793154-4E3E-B499-C20C-4FDE9212E4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93" r="47482"/>
          <a:stretch>
            <a:fillRect/>
          </a:stretch>
        </p:blipFill>
        <p:spPr>
          <a:xfrm>
            <a:off x="6264330" y="1751855"/>
            <a:ext cx="4452078" cy="3934074"/>
          </a:xfrm>
          <a:prstGeom prst="rect">
            <a:avLst/>
          </a:prstGeom>
        </p:spPr>
      </p:pic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D266815-D043-203C-22BE-EB483C68C84B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B00892-671D-B3CE-752D-C08CBCC4B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Stability (2/2)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C7C9968-429C-ED82-8DD3-A609F0B62846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95082975-64A2-CADD-DC96-7828F03ED27B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9C0AA15-C5AA-6384-9148-8ECB0E1B8E53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6F65C222-70D5-AEC6-299E-70320083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4</a:t>
            </a:fld>
            <a:endParaRPr lang="en-US" b="1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648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73B75-5864-08A2-A0E2-BA9A9DE6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B785775-5C8C-66AC-614E-739D2D32006F}"/>
                  </a:ext>
                </a:extLst>
              </p:cNvPr>
              <p:cNvSpPr txBox="1"/>
              <p:nvPr/>
            </p:nvSpPr>
            <p:spPr>
              <a:xfrm>
                <a:off x="213360" y="1063894"/>
                <a:ext cx="6275930" cy="5616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2000" dirty="0"/>
                  <a:t>We </a:t>
                </a:r>
                <a:r>
                  <a:rPr lang="da-DK" sz="2000" dirty="0" err="1"/>
                  <a:t>then</a:t>
                </a:r>
                <a:r>
                  <a:rPr lang="da-DK" sz="2000" dirty="0"/>
                  <a:t> </a:t>
                </a:r>
                <a:r>
                  <a:rPr lang="da-DK" sz="2000" dirty="0" err="1"/>
                  <a:t>looked</a:t>
                </a:r>
                <a:r>
                  <a:rPr lang="da-DK" sz="2000" dirty="0"/>
                  <a:t> </a:t>
                </a:r>
                <a:r>
                  <a:rPr lang="da-DK" sz="2000" dirty="0" err="1"/>
                  <a:t>into</a:t>
                </a:r>
                <a:r>
                  <a:rPr lang="da-DK" sz="2000" dirty="0"/>
                  <a:t> the </a:t>
                </a:r>
                <a:r>
                  <a:rPr lang="da-DK" sz="2000" dirty="0" err="1"/>
                  <a:t>wind</a:t>
                </a:r>
                <a:r>
                  <a:rPr lang="da-DK" sz="2000" dirty="0"/>
                  <a:t> over a </a:t>
                </a:r>
                <a:r>
                  <a:rPr lang="da-DK" sz="2000" dirty="0" err="1"/>
                  <a:t>Gaussian</a:t>
                </a:r>
                <a:r>
                  <a:rPr lang="da-DK" sz="2000" dirty="0"/>
                  <a:t> </a:t>
                </a:r>
                <a:r>
                  <a:rPr lang="da-DK" sz="2000" dirty="0" err="1"/>
                  <a:t>hill</a:t>
                </a:r>
                <a:r>
                  <a:rPr lang="da-DK" sz="2000" dirty="0"/>
                  <a:t> in 2D</a:t>
                </a:r>
                <a:endParaRPr lang="en-GB" sz="2000" dirty="0"/>
              </a:p>
              <a:p>
                <a:r>
                  <a:rPr lang="en-GB" sz="2000" dirty="0"/>
                  <a:t>Height: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2000" dirty="0"/>
              </a:p>
              <a:p>
                <a:r>
                  <a:rPr lang="en-GB" sz="2000" dirty="0"/>
                  <a:t>Std: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=2∙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da-DK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a-DK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da-DK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a-DK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a-DK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a-DK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</m:e>
                      </m:d>
                      <m:r>
                        <a:rPr lang="da-DK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/2</m:t>
                              </m:r>
                            </m:num>
                            <m:den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r>
                        <a:rPr lang="da-DK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a-DK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da-DK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da-DK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da-DK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a-DK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da-DK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f>
                        <m:fPr>
                          <m:ctrlP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da-DK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r>
                                        <a:rPr lang="da-DK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a-DK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a-DK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  <a:p>
                <a:endParaRPr lang="en-GB" sz="2000" dirty="0"/>
              </a:p>
              <a:p>
                <a:r>
                  <a:rPr lang="en-GB" sz="2000" dirty="0"/>
                  <a:t>From </a:t>
                </a:r>
                <a:r>
                  <a:rPr lang="da-DK" sz="2000" i="1" dirty="0"/>
                  <a:t>Troen, I., &amp; Lundtang Petersen, E. (1989). European Wind Atlas. Risø National Laboratory</a:t>
                </a:r>
                <a:endParaRPr lang="en-GB" sz="2000" dirty="0"/>
              </a:p>
              <a:p>
                <a:endParaRPr lang="en-GB" sz="2000" dirty="0"/>
              </a:p>
              <a:p>
                <a:endParaRPr lang="en-GB" sz="2000" dirty="0"/>
              </a:p>
            </p:txBody>
          </p:sp>
        </mc:Choice>
        <mc:Fallback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BB785775-5C8C-66AC-614E-739D2D320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3894"/>
                <a:ext cx="6275930" cy="5616346"/>
              </a:xfrm>
              <a:prstGeom prst="rect">
                <a:avLst/>
              </a:prstGeom>
              <a:blipFill>
                <a:blip r:embed="rId3"/>
                <a:stretch>
                  <a:fillRect l="-971" t="-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376ABF47-6D08-4BC2-94B4-8CDE19E61A4C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691532-9DF3-3657-DD81-BEAE4E0AC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Wind over Gaussian hill in 2D</a:t>
            </a:r>
            <a:r>
              <a:rPr lang="en-US" sz="4800" b="1">
                <a:solidFill>
                  <a:schemeClr val="bg1"/>
                </a:solidFill>
              </a:rPr>
              <a:t> (1/2)</a:t>
            </a:r>
            <a:endParaRPr lang="en-US" sz="4800" b="1" i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BB879C5-6C5A-A400-972F-2FC496E8137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069506F2-FCFE-94D9-8BA2-3AAAB71882FF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882471CD-D9B4-FB9A-804D-4E84505FA85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DB8F7C8-4606-1734-B511-1FAF7B061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5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17" name="Billede 16">
            <a:extLst>
              <a:ext uri="{FF2B5EF4-FFF2-40B4-BE49-F238E27FC236}">
                <a16:creationId xmlns:a16="http://schemas.microsoft.com/office/drawing/2014/main" id="{EC2BCB88-84D3-0B5A-7F3D-71BBF6CED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651" y="982290"/>
            <a:ext cx="5275990" cy="527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15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C184A-9974-0F73-CAA9-B3AE00F9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E4BB4C32-543A-455B-980D-120DD419E9F1}"/>
                  </a:ext>
                </a:extLst>
              </p:cNvPr>
              <p:cNvSpPr txBox="1"/>
              <p:nvPr/>
            </p:nvSpPr>
            <p:spPr>
              <a:xfrm>
                <a:off x="213360" y="1063894"/>
                <a:ext cx="5302537" cy="54552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2000" dirty="0"/>
                  <a:t>After </a:t>
                </a:r>
                <a:r>
                  <a:rPr lang="da-DK" sz="2000" dirty="0" err="1"/>
                  <a:t>which</a:t>
                </a:r>
                <a:r>
                  <a:rPr lang="da-DK" sz="2000" dirty="0"/>
                  <a:t> </a:t>
                </a:r>
                <a:r>
                  <a:rPr lang="da-DK" sz="2000" dirty="0" err="1"/>
                  <a:t>we</a:t>
                </a:r>
                <a:r>
                  <a:rPr lang="da-DK" sz="2000" dirty="0"/>
                  <a:t> </a:t>
                </a:r>
                <a:r>
                  <a:rPr lang="da-DK" sz="2000" dirty="0" err="1"/>
                  <a:t>tried</a:t>
                </a:r>
                <a:r>
                  <a:rPr lang="da-DK" sz="2000" dirty="0"/>
                  <a:t> a </a:t>
                </a:r>
                <a:r>
                  <a:rPr lang="da-DK" sz="2000" dirty="0" err="1"/>
                  <a:t>different</a:t>
                </a:r>
                <a:r>
                  <a:rPr lang="da-DK" sz="2000" dirty="0"/>
                  <a:t> </a:t>
                </a:r>
                <a:r>
                  <a:rPr lang="da-DK" sz="2000" dirty="0" err="1"/>
                  <a:t>method</a:t>
                </a:r>
                <a:endParaRPr lang="en-GB" sz="2000" dirty="0"/>
              </a:p>
              <a:p>
                <a:r>
                  <a:rPr lang="en-GB" sz="1600" dirty="0"/>
                  <a:t>Height: </a:t>
                </a:r>
                <a14:m>
                  <m:oMath xmlns:m="http://schemas.openxmlformats.org/officeDocument/2006/math"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=25</m:t>
                    </m:r>
                    <m:r>
                      <a:rPr lang="da-DK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1600" dirty="0"/>
              </a:p>
              <a:p>
                <a:r>
                  <a:rPr lang="en-GB" sz="1600" dirty="0"/>
                  <a:t>Std: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=2∙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  <m:r>
                      <a:rPr lang="da-DK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6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2∙</m:t>
                                  </m:r>
                                  <m:sSup>
                                    <m:sSup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a-DK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a-DK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func>
                            <m:funcPr>
                              <m:ctrlPr>
                                <a:rPr lang="da-DK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a-DK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a-DK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a-DK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a-DK" sz="16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f>
                        <m:fPr>
                          <m:ctrlPr>
                            <a:rPr lang="da-DK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da-DK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da-DK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sSup>
                            <m:sSup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da-DK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da-DK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a-DK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da-DK" sz="16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  <m:sup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func>
                            <m:func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</m:func>
                          <m:func>
                            <m:funcPr>
                              <m:ctrlPr>
                                <a:rPr lang="da-DK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a-DK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a-DK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da-DK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a-DK" sz="16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1600" i="1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da-DK" sz="16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da-DK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da-DK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2000" dirty="0"/>
                  <a:t>From </a:t>
                </a:r>
                <a:r>
                  <a:rPr lang="en-US" sz="2000" i="1" dirty="0"/>
                  <a:t>Turbulent wind flow over a low hill, P. S. Jackson, J. C. R. Hunt, (1975)</a:t>
                </a:r>
                <a:endParaRPr lang="en-GB" sz="2000" i="1" dirty="0"/>
              </a:p>
            </p:txBody>
          </p:sp>
        </mc:Choice>
        <mc:Fallback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E4BB4C32-543A-455B-980D-120DD419E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3894"/>
                <a:ext cx="5302537" cy="5455211"/>
              </a:xfrm>
              <a:prstGeom prst="rect">
                <a:avLst/>
              </a:prstGeom>
              <a:blipFill>
                <a:blip r:embed="rId3"/>
                <a:stretch>
                  <a:fillRect l="-1149" t="-6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DCD07C95-398B-2C45-B3D0-CCB1FFCE8EF4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6EE06E1-88ED-A75F-5312-049D316EF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Wind over Gaussian hill in </a:t>
            </a:r>
            <a:r>
              <a:rPr lang="en-US" sz="4800" b="1">
                <a:solidFill>
                  <a:schemeClr val="bg1"/>
                </a:solidFill>
              </a:rPr>
              <a:t>2D (2/2)</a:t>
            </a:r>
            <a:endParaRPr lang="en-US" sz="4800" b="1" i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63BB84C-6BA7-7C44-9A0B-CFA0B7BAE54B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B0FCFD0F-E3C3-FF02-FFDD-F02482A5BCC7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E90ECB1-A61F-73DF-0CE4-7DD8257FCBCA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25483734-CC44-39D2-CF0C-8209ACA1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6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19" name="Billede 18">
            <a:extLst>
              <a:ext uri="{FF2B5EF4-FFF2-40B4-BE49-F238E27FC236}">
                <a16:creationId xmlns:a16="http://schemas.microsoft.com/office/drawing/2014/main" id="{8E318D5A-614A-B983-1951-3F4BD4F0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495" y="1051115"/>
            <a:ext cx="6773145" cy="50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97A18-DCAA-CEE8-C6EA-617486AA1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E281BDBE-1BEE-29FD-FAC2-BFD26A24D39F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C73D8F-5025-A285-FF0F-C32A92C3D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RANS simulation over Gaussian hill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B65B947-999D-4A1B-595D-9EE41F0BA859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0348549-B60B-990A-779E-396423A34955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EFA6BD6-6F95-D520-762A-06464215A30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D9455B0-E162-E0A6-CD40-43060F65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7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754B2-A79F-48F3-79F9-9BF4E2DF9CF3}"/>
              </a:ext>
            </a:extLst>
          </p:cNvPr>
          <p:cNvSpPr txBox="1"/>
          <p:nvPr/>
        </p:nvSpPr>
        <p:spPr>
          <a:xfrm>
            <a:off x="248574" y="1219200"/>
            <a:ext cx="5606247" cy="4062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Looking around on data.dt.dk, we found a RANS simulation from:</a:t>
            </a:r>
          </a:p>
          <a:p>
            <a:r>
              <a:rPr lang="en-US" i="1"/>
              <a:t>Flow field over a Gaussian hill by RANS simulation,</a:t>
            </a:r>
          </a:p>
          <a:p>
            <a:r>
              <a:rPr lang="en-US" i="1"/>
              <a:t>Ju Feng &amp; Wen Zhong Shen (2018)</a:t>
            </a:r>
          </a:p>
          <a:p>
            <a:endParaRPr lang="en-US" sz="2000" b="1"/>
          </a:p>
          <a:p>
            <a:r>
              <a:rPr lang="en-US" b="1"/>
              <a:t>Streamwise velocity</a:t>
            </a:r>
          </a:p>
          <a:p>
            <a:r>
              <a:rPr lang="en-US"/>
              <a:t>From this data set we then extracted a slice and visualized (in python) the velocity over the hill.</a:t>
            </a:r>
          </a:p>
          <a:p>
            <a:endParaRPr lang="en-US" sz="2000"/>
          </a:p>
          <a:p>
            <a:r>
              <a:rPr lang="en-US" b="1"/>
              <a:t>Turbulence Intensity</a:t>
            </a:r>
            <a:endParaRPr lang="en-GB"/>
          </a:p>
          <a:p>
            <a:r>
              <a:rPr lang="en-GB"/>
              <a:t>We then tried to make a turbulence intensity plot from the data</a:t>
            </a:r>
          </a:p>
          <a:p>
            <a:endParaRPr lang="en-GB" sz="2000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63A95-08F8-AD0D-F1AD-CE924499A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826" y="1074499"/>
            <a:ext cx="5411635" cy="2433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89CB8F-7DFB-1E29-6DFB-F83AD1030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798" y="3694526"/>
            <a:ext cx="5445691" cy="239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63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EA254-36E2-F6C3-10D2-8B7ED8EF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E42E52F-03F7-EF4E-C84C-1E145D4AEA6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CE0264-D26C-A9BE-530B-B506B8997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 update (1/2)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26C2E63-5C1D-E69B-79F1-F8DFD841711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D2D33E3-B8B2-9E8C-BDDE-390979F2FD81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B3CDFBA-49D0-E2A6-FEF1-645B1968621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323D23E1-C083-DC49-C2C1-D5CEA841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8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B0A88-978A-B5AD-F2CB-F3485349DCF7}"/>
              </a:ext>
            </a:extLst>
          </p:cNvPr>
          <p:cNvSpPr txBox="1"/>
          <p:nvPr/>
        </p:nvSpPr>
        <p:spPr>
          <a:xfrm>
            <a:off x="248574" y="1219200"/>
            <a:ext cx="597524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Following our last meeting, we have updated the general structure for the project, as can be seen here on the right:</a:t>
            </a:r>
          </a:p>
          <a:p>
            <a:endParaRPr lang="en-US"/>
          </a:p>
          <a:p>
            <a:r>
              <a:rPr lang="en-US"/>
              <a:t>We have also distributed the initial task of who deals with setting up RANS and who deals with the trajectory model:</a:t>
            </a:r>
          </a:p>
          <a:p>
            <a:br>
              <a:rPr lang="en-US"/>
            </a:br>
            <a:r>
              <a:rPr lang="en-US"/>
              <a:t>RANS: Jacob, Alfred</a:t>
            </a:r>
          </a:p>
          <a:p>
            <a:r>
              <a:rPr lang="en-US"/>
              <a:t>Trajectory model: Eske</a:t>
            </a:r>
          </a:p>
          <a:p>
            <a:endParaRPr lang="en-US"/>
          </a:p>
          <a:p>
            <a:r>
              <a:rPr lang="en-US"/>
              <a:t>Note: </a:t>
            </a:r>
            <a:r>
              <a:rPr lang="en-US">
                <a:solidFill>
                  <a:srgbClr val="FF0000"/>
                </a:solidFill>
              </a:rPr>
              <a:t>Red</a:t>
            </a:r>
            <a:r>
              <a:rPr lang="en-US"/>
              <a:t> components in the project structure are either undetermined in placement or because we don’t know if they are in-scope yet.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D2443A7D-327E-F6B6-2BCE-D0E2A59B3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359" r="706" b="410"/>
          <a:stretch>
            <a:fillRect/>
          </a:stretch>
        </p:blipFill>
        <p:spPr>
          <a:xfrm>
            <a:off x="6393880" y="1043331"/>
            <a:ext cx="4873997" cy="507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42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9B8B8-82A3-29FF-2DF7-D230A2AB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96B5F0A-2310-038A-9F38-77D86C04F908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064FA2-2AE3-39C5-4DB9-00B877C7D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Structure update (2/2)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BFDEA8A-EB4A-F01F-603A-5B5294FC2C93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18BA284-8BB6-E366-C297-A04EE0E20215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8F47A8B-FE7D-89CB-AA1E-463894F9B30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A083D169-2BF3-73C0-F29C-C85ED1F4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9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C8201EFE-BCF2-A199-56FA-ADEC2BDCB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59" y="2153266"/>
            <a:ext cx="11765281" cy="3677264"/>
          </a:xfrm>
          <a:prstGeom prst="rect">
            <a:avLst/>
          </a:prstGeom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041F1A1A-DB19-D030-BA53-EEFD1CD4EE2B}"/>
              </a:ext>
            </a:extLst>
          </p:cNvPr>
          <p:cNvSpPr txBox="1"/>
          <p:nvPr/>
        </p:nvSpPr>
        <p:spPr>
          <a:xfrm>
            <a:off x="248574" y="1219200"/>
            <a:ext cx="117300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And as a natural continuation on the structure update, we also updated the GANTT-diagram to reflect the new direction and this two-pronged approach with RANS and trajectory model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1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D62BE-1985-9C92-8428-46CB8956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4E3398B-5DE6-6D5A-C88C-90AAADB1996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A23724-4114-51E6-689D-A1B498FCF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NDA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B710F60-D336-0DAA-AF57-D33BA70AF5C0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A762D30-8FEF-12F6-F219-CAC5787BCF8E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60F2A93-452F-4567-D85E-A2252BCAE0E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7366CF00-0466-DA8B-B46D-5A653A2D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10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C46B8B2-7727-C21A-EF5D-3DFD80BF5F9A}"/>
              </a:ext>
            </a:extLst>
          </p:cNvPr>
          <p:cNvSpPr txBox="1"/>
          <p:nvPr/>
        </p:nvSpPr>
        <p:spPr>
          <a:xfrm>
            <a:off x="248574" y="1219200"/>
            <a:ext cx="1173006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We have in our group talked it through and have agreed to sign the NDA, this will of course be done as soon (Hopefully before the meeting on 7/4) as possible and sent over to Trackman</a:t>
            </a:r>
          </a:p>
          <a:p>
            <a:endParaRPr lang="en-US"/>
          </a:p>
          <a:p>
            <a:r>
              <a:rPr lang="en-US"/>
              <a:t>Information we need to properly sign;</a:t>
            </a:r>
          </a:p>
          <a:p>
            <a:endParaRPr lang="en-US"/>
          </a:p>
          <a:p>
            <a:r>
              <a:rPr lang="en-US" b="1"/>
              <a:t>Exact project title</a:t>
            </a:r>
          </a:p>
          <a:p>
            <a:r>
              <a:rPr lang="en-US"/>
              <a:t>The working title for the project is: </a:t>
            </a:r>
            <a:r>
              <a:rPr lang="en-US" i="1"/>
              <a:t>CFD and ROM of Flow over a Golf Court</a:t>
            </a:r>
            <a:r>
              <a:rPr lang="en-US"/>
              <a:t>, but this title does not necessarily reflect the current direction of the project, so this needs to be updated.</a:t>
            </a:r>
          </a:p>
          <a:p>
            <a:endParaRPr lang="en-US"/>
          </a:p>
          <a:p>
            <a:r>
              <a:rPr lang="en-US" b="1"/>
              <a:t>Exact collaboration period</a:t>
            </a:r>
          </a:p>
          <a:p>
            <a:r>
              <a:rPr lang="en-US"/>
              <a:t>The exact period of the project should be 16.03.2026 – 08.07.2026, twelve weeks total from the start date.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91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80758-598C-5AC1-673D-F57FD6454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ECAE4132-6655-5B01-9D35-30A69C05BC9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A87E6A-CD75-E223-C9E4-002439CD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G-bar/HPC update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0D29A8C-6F8A-D0AF-AD51-DCE2827D0CFC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DB4C0E0-0536-5F9A-9F0D-2556030FF43B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3C72E96-7423-6039-71F0-79549549C9C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52388660-7E99-9FBA-470F-0679956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11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CC40E36-8080-0116-A3F2-71A7C80FC1D6}"/>
              </a:ext>
            </a:extLst>
          </p:cNvPr>
          <p:cNvSpPr txBox="1"/>
          <p:nvPr/>
        </p:nvSpPr>
        <p:spPr>
          <a:xfrm>
            <a:off x="248574" y="1219200"/>
            <a:ext cx="656012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We followed the guide on </a:t>
            </a:r>
            <a:r>
              <a:rPr lang="en-US" err="1"/>
              <a:t>PyWakeEllipSys</a:t>
            </a:r>
            <a:endParaRPr lang="da-DK" err="1"/>
          </a:p>
          <a:p>
            <a:pPr marL="285750" indent="-285750">
              <a:buFont typeface="Calibri"/>
              <a:buChar char="-"/>
            </a:pPr>
            <a:r>
              <a:rPr lang="en-US"/>
              <a:t>We can log on to </a:t>
            </a:r>
            <a:r>
              <a:rPr lang="en-US" err="1"/>
              <a:t>GBar</a:t>
            </a:r>
            <a:r>
              <a:rPr lang="en-US"/>
              <a:t> 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We can start a job via </a:t>
            </a:r>
            <a:r>
              <a:rPr lang="en-US" err="1"/>
              <a:t>sh</a:t>
            </a:r>
            <a:r>
              <a:rPr lang="en-US"/>
              <a:t>-script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We installed and loaded </a:t>
            </a:r>
            <a:r>
              <a:rPr lang="en-US" err="1"/>
              <a:t>PyWakeEllipSys</a:t>
            </a: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/>
              <a:t>We confirmed by successfully running the native test script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r>
              <a:rPr lang="en-US"/>
              <a:t>We want to learn best practices setting up a larger simulation, before we commit the time and risk the potential mistakes.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5F8C1BDD-A16D-1F80-3BEB-7B6213A0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49" y="1623090"/>
            <a:ext cx="4406188" cy="1887018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8BF753D1-6F59-9BD9-BA11-56BD7D783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287" y="3919873"/>
            <a:ext cx="2396777" cy="2272269"/>
          </a:xfrm>
          <a:prstGeom prst="rect">
            <a:avLst/>
          </a:prstGeom>
        </p:spPr>
      </p:pic>
      <p:pic>
        <p:nvPicPr>
          <p:cNvPr id="18" name="Billede 17">
            <a:extLst>
              <a:ext uri="{FF2B5EF4-FFF2-40B4-BE49-F238E27FC236}">
                <a16:creationId xmlns:a16="http://schemas.microsoft.com/office/drawing/2014/main" id="{C13A8F4D-B980-ECAA-E193-7AA7020D2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4703" y="4164374"/>
            <a:ext cx="5699214" cy="2027768"/>
          </a:xfrm>
          <a:prstGeom prst="rect">
            <a:avLst/>
          </a:prstGeom>
        </p:spPr>
      </p:pic>
      <p:sp>
        <p:nvSpPr>
          <p:cNvPr id="19" name="Rektangel 18">
            <a:extLst>
              <a:ext uri="{FF2B5EF4-FFF2-40B4-BE49-F238E27FC236}">
                <a16:creationId xmlns:a16="http://schemas.microsoft.com/office/drawing/2014/main" id="{E2C9D532-1D23-570F-B200-50EB91DB6AB9}"/>
              </a:ext>
            </a:extLst>
          </p:cNvPr>
          <p:cNvSpPr/>
          <p:nvPr/>
        </p:nvSpPr>
        <p:spPr>
          <a:xfrm>
            <a:off x="3618274" y="3805084"/>
            <a:ext cx="8374790" cy="2410020"/>
          </a:xfrm>
          <a:prstGeom prst="rect">
            <a:avLst/>
          </a:prstGeom>
          <a:noFill/>
          <a:ln w="38100">
            <a:solidFill>
              <a:srgbClr val="94A9D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F7248A75-1696-46C9-0332-D9B387C32AED}"/>
              </a:ext>
            </a:extLst>
          </p:cNvPr>
          <p:cNvSpPr/>
          <p:nvPr/>
        </p:nvSpPr>
        <p:spPr>
          <a:xfrm>
            <a:off x="7403694" y="1483237"/>
            <a:ext cx="4589369" cy="2168017"/>
          </a:xfrm>
          <a:prstGeom prst="rect">
            <a:avLst/>
          </a:prstGeom>
          <a:noFill/>
          <a:ln w="38100">
            <a:solidFill>
              <a:srgbClr val="94A9D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8CA1D6F5-9A8F-0139-DAB9-9F99A6D435B3}"/>
              </a:ext>
            </a:extLst>
          </p:cNvPr>
          <p:cNvSpPr txBox="1"/>
          <p:nvPr/>
        </p:nvSpPr>
        <p:spPr>
          <a:xfrm>
            <a:off x="350429" y="4234373"/>
            <a:ext cx="3293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94A9DC"/>
                </a:solidFill>
              </a:rPr>
              <a:t>Snippet from email telling us that the job was successful </a:t>
            </a:r>
          </a:p>
          <a:p>
            <a:r>
              <a:rPr lang="en-GB">
                <a:solidFill>
                  <a:srgbClr val="94A9DC"/>
                </a:solidFill>
              </a:rPr>
              <a:t>and specifying output location as /logs/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36E5A81E-4E2A-14E8-A7FF-C61B31921B44}"/>
              </a:ext>
            </a:extLst>
          </p:cNvPr>
          <p:cNvSpPr txBox="1"/>
          <p:nvPr/>
        </p:nvSpPr>
        <p:spPr>
          <a:xfrm>
            <a:off x="6865065" y="1023092"/>
            <a:ext cx="5317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94A9DC"/>
                </a:solidFill>
              </a:rPr>
              <a:t>Welcome message for the G-bar/HPC in </a:t>
            </a:r>
            <a:r>
              <a:rPr lang="en-GB" err="1">
                <a:solidFill>
                  <a:srgbClr val="94A9DC"/>
                </a:solidFill>
              </a:rPr>
              <a:t>Powershell</a:t>
            </a:r>
            <a:endParaRPr lang="en-GB">
              <a:solidFill>
                <a:srgbClr val="94A9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05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2847B99347FF4083334DC9135B7BA4" ma:contentTypeVersion="3" ma:contentTypeDescription="Opret et nyt dokument." ma:contentTypeScope="" ma:versionID="1a786b5c107794d200a9d3bcaa41f2c4">
  <xsd:schema xmlns:xsd="http://www.w3.org/2001/XMLSchema" xmlns:xs="http://www.w3.org/2001/XMLSchema" xmlns:p="http://schemas.microsoft.com/office/2006/metadata/properties" xmlns:ns2="e96c79e5-61d3-4198-a281-6c3eb0006017" targetNamespace="http://schemas.microsoft.com/office/2006/metadata/properties" ma:root="true" ma:fieldsID="196022ccb88252a9af80d479eff89362" ns2:_="">
    <xsd:import namespace="e96c79e5-61d3-4198-a281-6c3eb00060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c79e5-61d3-4198-a281-6c3eb0006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F8528A-EB0F-494F-AC92-C8DAF21C688A}">
  <ds:schemaRefs>
    <ds:schemaRef ds:uri="e96c79e5-61d3-4198-a281-6c3eb00060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00B931-8A2D-411D-96B4-9DDF2F5F4796}">
  <ds:schemaRefs>
    <ds:schemaRef ds:uri="e96c79e5-61d3-4198-a281-6c3eb00060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0616D5-3EEA-47E7-9E4B-D08F23AF60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46050 Group 3 - P2</Template>
  <TotalTime>0</TotalTime>
  <Words>1014</Words>
  <Application>Microsoft Office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 Math</vt:lpstr>
      <vt:lpstr>Office-tema</vt:lpstr>
      <vt:lpstr> Working title:  CFD and ROM of Flow  over a Golf Court</vt:lpstr>
      <vt:lpstr>Table of contents</vt:lpstr>
      <vt:lpstr>Stability (1/2)</vt:lpstr>
      <vt:lpstr>Stability (2/2)</vt:lpstr>
      <vt:lpstr>Wind over Gaussian hill in 2D (1/2)</vt:lpstr>
      <vt:lpstr>Wind over Gaussian hill in 2D (2/2)</vt:lpstr>
      <vt:lpstr>RANS simulation over Gaussian hill</vt:lpstr>
      <vt:lpstr>Structure update (1/2)</vt:lpstr>
      <vt:lpstr>Structure update (2/2)</vt:lpstr>
      <vt:lpstr>NDA</vt:lpstr>
      <vt:lpstr>G-bar/HPC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Alfred Pedersen</dc:creator>
  <cp:lastModifiedBy>Jens Alfred Pedersen</cp:lastModifiedBy>
  <cp:revision>1</cp:revision>
  <dcterms:created xsi:type="dcterms:W3CDTF">2026-03-11T06:29:48Z</dcterms:created>
  <dcterms:modified xsi:type="dcterms:W3CDTF">2026-04-02T11:07:50Z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0x010100C12847B99347FF4083334DC9135B7BA4</vt:lpwstr>
  </property>
</Properties>
</file>