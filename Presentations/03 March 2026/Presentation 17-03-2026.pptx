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93" r:id="rId5"/>
    <p:sldId id="299" r:id="rId6"/>
    <p:sldId id="303" r:id="rId7"/>
    <p:sldId id="304" r:id="rId8"/>
    <p:sldId id="306" r:id="rId9"/>
    <p:sldId id="305" r:id="rId1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9DC"/>
    <a:srgbClr val="3655A6"/>
    <a:srgbClr val="3B5EB7"/>
    <a:srgbClr val="2C4688"/>
    <a:srgbClr val="326063"/>
    <a:srgbClr val="68A68E"/>
    <a:srgbClr val="ABCCC0"/>
    <a:srgbClr val="4D836E"/>
    <a:srgbClr val="EEF2F2"/>
    <a:srgbClr val="D0E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DB55BE-315F-44AD-AAA1-BE62E7C3FF7D}" v="1545" dt="2026-03-16T12:55:28.511"/>
    <p1510:client id="{5C3AFC28-4921-8D4F-4E4F-3E5891D921B9}" v="1" dt="2026-03-16T12:41:16.031"/>
    <p1510:client id="{6E8AC925-D6C3-4364-AF25-9E2F060EA21F}" v="125" dt="2026-03-17T07:02:16.036"/>
    <p1510:client id="{89A81C1D-811A-C1CD-756E-9A3CFC91AD94}" v="13" dt="2026-03-17T06:47:26.274"/>
    <p1510:client id="{B52008DD-384E-03FA-468F-BD69006BDF3D}" v="48" dt="2026-03-16T17:33:24.806"/>
    <p1510:client id="{EE605C49-5BA1-4361-99FF-0D93E52B74A9}" v="156" dt="2026-03-16T14:41:10.918"/>
    <p1510:client id="{F63BF9BC-C15B-D158-D924-12C4C4DCD814}" v="1333" dt="2026-03-16T14:50:32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s Alfred Pedersen" userId="bcca11ee-19e3-439b-8f05-48763e2a5f23" providerId="ADAL" clId="{32C752E2-A49F-49A6-89BF-5063FA87EE3B}"/>
    <pc:docChg chg="undo custSel addSld delSld modSld">
      <pc:chgData name="Jens Alfred Pedersen" userId="bcca11ee-19e3-439b-8f05-48763e2a5f23" providerId="ADAL" clId="{32C752E2-A49F-49A6-89BF-5063FA87EE3B}" dt="2026-03-17T07:06:21.468" v="964" actId="20577"/>
      <pc:docMkLst>
        <pc:docMk/>
      </pc:docMkLst>
      <pc:sldChg chg="modSp mod">
        <pc:chgData name="Jens Alfred Pedersen" userId="bcca11ee-19e3-439b-8f05-48763e2a5f23" providerId="ADAL" clId="{32C752E2-A49F-49A6-89BF-5063FA87EE3B}" dt="2026-03-17T07:06:21.468" v="964" actId="20577"/>
        <pc:sldMkLst>
          <pc:docMk/>
          <pc:sldMk cId="1549851632" sldId="299"/>
        </pc:sldMkLst>
        <pc:spChg chg="mod">
          <ac:chgData name="Jens Alfred Pedersen" userId="bcca11ee-19e3-439b-8f05-48763e2a5f23" providerId="ADAL" clId="{32C752E2-A49F-49A6-89BF-5063FA87EE3B}" dt="2026-03-17T07:06:21.468" v="964" actId="20577"/>
          <ac:spMkLst>
            <pc:docMk/>
            <pc:sldMk cId="1549851632" sldId="299"/>
            <ac:spMk id="2" creationId="{504D4136-E1D3-DBED-3A3E-86D0B5037D33}"/>
          </ac:spMkLst>
        </pc:spChg>
        <pc:spChg chg="mod">
          <ac:chgData name="Jens Alfred Pedersen" userId="bcca11ee-19e3-439b-8f05-48763e2a5f23" providerId="ADAL" clId="{32C752E2-A49F-49A6-89BF-5063FA87EE3B}" dt="2026-03-17T06:57:46.143" v="622" actId="20577"/>
          <ac:spMkLst>
            <pc:docMk/>
            <pc:sldMk cId="1549851632" sldId="299"/>
            <ac:spMk id="7" creationId="{88B12132-A438-3CE0-BCC8-D9B0BA9E8439}"/>
          </ac:spMkLst>
        </pc:spChg>
      </pc:sldChg>
      <pc:sldChg chg="del">
        <pc:chgData name="Jens Alfred Pedersen" userId="bcca11ee-19e3-439b-8f05-48763e2a5f23" providerId="ADAL" clId="{32C752E2-A49F-49A6-89BF-5063FA87EE3B}" dt="2026-03-17T06:50:07.244" v="267" actId="2696"/>
        <pc:sldMkLst>
          <pc:docMk/>
          <pc:sldMk cId="2520129326" sldId="301"/>
        </pc:sldMkLst>
      </pc:sldChg>
      <pc:sldChg chg="addSp delSp modSp mod">
        <pc:chgData name="Jens Alfred Pedersen" userId="bcca11ee-19e3-439b-8f05-48763e2a5f23" providerId="ADAL" clId="{32C752E2-A49F-49A6-89BF-5063FA87EE3B}" dt="2026-03-17T07:06:13.865" v="962" actId="20577"/>
        <pc:sldMkLst>
          <pc:docMk/>
          <pc:sldMk cId="1152423545" sldId="303"/>
        </pc:sldMkLst>
        <pc:spChg chg="del mod">
          <ac:chgData name="Jens Alfred Pedersen" userId="bcca11ee-19e3-439b-8f05-48763e2a5f23" providerId="ADAL" clId="{32C752E2-A49F-49A6-89BF-5063FA87EE3B}" dt="2026-03-17T06:59:43.185" v="745" actId="478"/>
          <ac:spMkLst>
            <pc:docMk/>
            <pc:sldMk cId="1152423545" sldId="303"/>
            <ac:spMk id="2" creationId="{FA9EB1D6-9EFE-B873-4EE5-1CAAD2832201}"/>
          </ac:spMkLst>
        </pc:spChg>
        <pc:spChg chg="mod">
          <ac:chgData name="Jens Alfred Pedersen" userId="bcca11ee-19e3-439b-8f05-48763e2a5f23" providerId="ADAL" clId="{32C752E2-A49F-49A6-89BF-5063FA87EE3B}" dt="2026-03-17T06:56:39.722" v="574" actId="13926"/>
          <ac:spMkLst>
            <pc:docMk/>
            <pc:sldMk cId="1152423545" sldId="303"/>
            <ac:spMk id="3" creationId="{354B4463-C63F-1178-50FA-E36084261D0E}"/>
          </ac:spMkLst>
        </pc:spChg>
        <pc:spChg chg="mod">
          <ac:chgData name="Jens Alfred Pedersen" userId="bcca11ee-19e3-439b-8f05-48763e2a5f23" providerId="ADAL" clId="{32C752E2-A49F-49A6-89BF-5063FA87EE3B}" dt="2026-03-17T06:55:24.118" v="517" actId="207"/>
          <ac:spMkLst>
            <pc:docMk/>
            <pc:sldMk cId="1152423545" sldId="303"/>
            <ac:spMk id="7" creationId="{6B98447A-BFF2-8F68-320F-E9E246AD0E6B}"/>
          </ac:spMkLst>
        </pc:spChg>
        <pc:spChg chg="add del mod">
          <ac:chgData name="Jens Alfred Pedersen" userId="bcca11ee-19e3-439b-8f05-48763e2a5f23" providerId="ADAL" clId="{32C752E2-A49F-49A6-89BF-5063FA87EE3B}" dt="2026-03-17T06:59:46.959" v="747" actId="478"/>
          <ac:spMkLst>
            <pc:docMk/>
            <pc:sldMk cId="1152423545" sldId="303"/>
            <ac:spMk id="10" creationId="{FBA2FBF3-D1CD-FB30-8824-02E40DD21B80}"/>
          </ac:spMkLst>
        </pc:spChg>
        <pc:spChg chg="add mod">
          <ac:chgData name="Jens Alfred Pedersen" userId="bcca11ee-19e3-439b-8f05-48763e2a5f23" providerId="ADAL" clId="{32C752E2-A49F-49A6-89BF-5063FA87EE3B}" dt="2026-03-17T07:06:13.865" v="962" actId="20577"/>
          <ac:spMkLst>
            <pc:docMk/>
            <pc:sldMk cId="1152423545" sldId="303"/>
            <ac:spMk id="13" creationId="{3E248833-0BD3-4C0C-CAEF-9F0AAFCE7AE4}"/>
          </ac:spMkLst>
        </pc:spChg>
      </pc:sldChg>
      <pc:sldChg chg="addSp delSp modSp mod">
        <pc:chgData name="Jens Alfred Pedersen" userId="bcca11ee-19e3-439b-8f05-48763e2a5f23" providerId="ADAL" clId="{32C752E2-A49F-49A6-89BF-5063FA87EE3B}" dt="2026-03-17T07:06:09.863" v="960" actId="20577"/>
        <pc:sldMkLst>
          <pc:docMk/>
          <pc:sldMk cId="307410950" sldId="304"/>
        </pc:sldMkLst>
        <pc:spChg chg="del mod">
          <ac:chgData name="Jens Alfred Pedersen" userId="bcca11ee-19e3-439b-8f05-48763e2a5f23" providerId="ADAL" clId="{32C752E2-A49F-49A6-89BF-5063FA87EE3B}" dt="2026-03-17T07:00:22.906" v="785" actId="478"/>
          <ac:spMkLst>
            <pc:docMk/>
            <pc:sldMk cId="307410950" sldId="304"/>
            <ac:spMk id="2" creationId="{627C7334-77A6-0EFD-74DB-C509EB8AA023}"/>
          </ac:spMkLst>
        </pc:spChg>
        <pc:spChg chg="add del mod">
          <ac:chgData name="Jens Alfred Pedersen" userId="bcca11ee-19e3-439b-8f05-48763e2a5f23" providerId="ADAL" clId="{32C752E2-A49F-49A6-89BF-5063FA87EE3B}" dt="2026-03-17T07:00:25.667" v="787" actId="478"/>
          <ac:spMkLst>
            <pc:docMk/>
            <pc:sldMk cId="307410950" sldId="304"/>
            <ac:spMk id="6" creationId="{2C242275-B796-1690-4101-3A9CC8F4CA8A}"/>
          </ac:spMkLst>
        </pc:spChg>
        <pc:spChg chg="add mod">
          <ac:chgData name="Jens Alfred Pedersen" userId="bcca11ee-19e3-439b-8f05-48763e2a5f23" providerId="ADAL" clId="{32C752E2-A49F-49A6-89BF-5063FA87EE3B}" dt="2026-03-17T07:06:09.863" v="960" actId="20577"/>
          <ac:spMkLst>
            <pc:docMk/>
            <pc:sldMk cId="307410950" sldId="304"/>
            <ac:spMk id="7" creationId="{1CD49304-027A-9C3B-2961-483C993043CF}"/>
          </ac:spMkLst>
        </pc:spChg>
      </pc:sldChg>
      <pc:sldChg chg="addSp delSp modSp mod">
        <pc:chgData name="Jens Alfred Pedersen" userId="bcca11ee-19e3-439b-8f05-48763e2a5f23" providerId="ADAL" clId="{32C752E2-A49F-49A6-89BF-5063FA87EE3B}" dt="2026-03-17T07:06:01.197" v="956" actId="20577"/>
        <pc:sldMkLst>
          <pc:docMk/>
          <pc:sldMk cId="600338983" sldId="305"/>
        </pc:sldMkLst>
        <pc:spChg chg="del mod">
          <ac:chgData name="Jens Alfred Pedersen" userId="bcca11ee-19e3-439b-8f05-48763e2a5f23" providerId="ADAL" clId="{32C752E2-A49F-49A6-89BF-5063FA87EE3B}" dt="2026-03-17T07:01:01.518" v="809" actId="478"/>
          <ac:spMkLst>
            <pc:docMk/>
            <pc:sldMk cId="600338983" sldId="305"/>
            <ac:spMk id="2" creationId="{DB929A76-5C24-FB69-D47E-E1D3A2EFECD2}"/>
          </ac:spMkLst>
        </pc:spChg>
        <pc:spChg chg="add del mod">
          <ac:chgData name="Jens Alfred Pedersen" userId="bcca11ee-19e3-439b-8f05-48763e2a5f23" providerId="ADAL" clId="{32C752E2-A49F-49A6-89BF-5063FA87EE3B}" dt="2026-03-17T07:01:04.228" v="811" actId="478"/>
          <ac:spMkLst>
            <pc:docMk/>
            <pc:sldMk cId="600338983" sldId="305"/>
            <ac:spMk id="6" creationId="{77A905AE-C922-BC3B-79B8-334216D21B3C}"/>
          </ac:spMkLst>
        </pc:spChg>
        <pc:spChg chg="add mod">
          <ac:chgData name="Jens Alfred Pedersen" userId="bcca11ee-19e3-439b-8f05-48763e2a5f23" providerId="ADAL" clId="{32C752E2-A49F-49A6-89BF-5063FA87EE3B}" dt="2026-03-17T07:06:01.197" v="956" actId="20577"/>
          <ac:spMkLst>
            <pc:docMk/>
            <pc:sldMk cId="600338983" sldId="305"/>
            <ac:spMk id="7" creationId="{A5405A34-46B2-5EEB-D8AA-B54B35B18FE9}"/>
          </ac:spMkLst>
        </pc:spChg>
      </pc:sldChg>
      <pc:sldChg chg="addSp delSp modSp mod">
        <pc:chgData name="Jens Alfred Pedersen" userId="bcca11ee-19e3-439b-8f05-48763e2a5f23" providerId="ADAL" clId="{32C752E2-A49F-49A6-89BF-5063FA87EE3B}" dt="2026-03-17T07:06:05.662" v="958" actId="20577"/>
        <pc:sldMkLst>
          <pc:docMk/>
          <pc:sldMk cId="1338946474" sldId="306"/>
        </pc:sldMkLst>
        <pc:spChg chg="del mod">
          <ac:chgData name="Jens Alfred Pedersen" userId="bcca11ee-19e3-439b-8f05-48763e2a5f23" providerId="ADAL" clId="{32C752E2-A49F-49A6-89BF-5063FA87EE3B}" dt="2026-03-17T07:00:52.945" v="804" actId="478"/>
          <ac:spMkLst>
            <pc:docMk/>
            <pc:sldMk cId="1338946474" sldId="306"/>
            <ac:spMk id="2" creationId="{BDD383C7-BE3C-1DAC-94C0-BE783F18E161}"/>
          </ac:spMkLst>
        </pc:spChg>
        <pc:spChg chg="add del mod">
          <ac:chgData name="Jens Alfred Pedersen" userId="bcca11ee-19e3-439b-8f05-48763e2a5f23" providerId="ADAL" clId="{32C752E2-A49F-49A6-89BF-5063FA87EE3B}" dt="2026-03-17T07:00:54.976" v="806" actId="478"/>
          <ac:spMkLst>
            <pc:docMk/>
            <pc:sldMk cId="1338946474" sldId="306"/>
            <ac:spMk id="6" creationId="{4DFE0C8C-4CFE-DB73-81FA-749494F75842}"/>
          </ac:spMkLst>
        </pc:spChg>
        <pc:spChg chg="add mod">
          <ac:chgData name="Jens Alfred Pedersen" userId="bcca11ee-19e3-439b-8f05-48763e2a5f23" providerId="ADAL" clId="{32C752E2-A49F-49A6-89BF-5063FA87EE3B}" dt="2026-03-17T07:06:05.662" v="958" actId="20577"/>
          <ac:spMkLst>
            <pc:docMk/>
            <pc:sldMk cId="1338946474" sldId="306"/>
            <ac:spMk id="7" creationId="{318F8C30-C7B6-F81E-1209-63DE04535FD0}"/>
          </ac:spMkLst>
        </pc:spChg>
      </pc:sldChg>
      <pc:sldChg chg="addSp delSp modSp add del mod">
        <pc:chgData name="Jens Alfred Pedersen" userId="bcca11ee-19e3-439b-8f05-48763e2a5f23" providerId="ADAL" clId="{32C752E2-A49F-49A6-89BF-5063FA87EE3B}" dt="2026-03-17T07:05:54.502" v="952" actId="2696"/>
        <pc:sldMkLst>
          <pc:docMk/>
          <pc:sldMk cId="4173700422" sldId="307"/>
        </pc:sldMkLst>
        <pc:spChg chg="del mod">
          <ac:chgData name="Jens Alfred Pedersen" userId="bcca11ee-19e3-439b-8f05-48763e2a5f23" providerId="ADAL" clId="{32C752E2-A49F-49A6-89BF-5063FA87EE3B}" dt="2026-03-17T07:01:11.008" v="814" actId="478"/>
          <ac:spMkLst>
            <pc:docMk/>
            <pc:sldMk cId="4173700422" sldId="307"/>
            <ac:spMk id="2" creationId="{1F660A5D-3639-657A-2FC6-9B78745CE84B}"/>
          </ac:spMkLst>
        </pc:spChg>
        <pc:spChg chg="add mod">
          <ac:chgData name="Jens Alfred Pedersen" userId="bcca11ee-19e3-439b-8f05-48763e2a5f23" providerId="ADAL" clId="{32C752E2-A49F-49A6-89BF-5063FA87EE3B}" dt="2026-03-17T06:58:53.341" v="675" actId="1076"/>
          <ac:spMkLst>
            <pc:docMk/>
            <pc:sldMk cId="4173700422" sldId="307"/>
            <ac:spMk id="3" creationId="{A462E53E-EC10-BCC5-7079-DE71A54A7882}"/>
          </ac:spMkLst>
        </pc:spChg>
        <pc:spChg chg="add del mod">
          <ac:chgData name="Jens Alfred Pedersen" userId="bcca11ee-19e3-439b-8f05-48763e2a5f23" providerId="ADAL" clId="{32C752E2-A49F-49A6-89BF-5063FA87EE3B}" dt="2026-03-17T07:01:12.923" v="816" actId="478"/>
          <ac:spMkLst>
            <pc:docMk/>
            <pc:sldMk cId="4173700422" sldId="307"/>
            <ac:spMk id="7" creationId="{6A6183C5-AC07-7819-E0A1-E267044E62AD}"/>
          </ac:spMkLst>
        </pc:spChg>
        <pc:spChg chg="add mod">
          <ac:chgData name="Jens Alfred Pedersen" userId="bcca11ee-19e3-439b-8f05-48763e2a5f23" providerId="ADAL" clId="{32C752E2-A49F-49A6-89BF-5063FA87EE3B}" dt="2026-03-17T07:01:53.234" v="946" actId="20577"/>
          <ac:spMkLst>
            <pc:docMk/>
            <pc:sldMk cId="4173700422" sldId="307"/>
            <ac:spMk id="10" creationId="{FFD02BF2-4A51-4703-C402-EEE0858A0A10}"/>
          </ac:spMkLst>
        </pc:spChg>
        <pc:spChg chg="mod">
          <ac:chgData name="Jens Alfred Pedersen" userId="bcca11ee-19e3-439b-8f05-48763e2a5f23" providerId="ADAL" clId="{32C752E2-A49F-49A6-89BF-5063FA87EE3B}" dt="2026-03-17T07:01:45.274" v="939" actId="1076"/>
          <ac:spMkLst>
            <pc:docMk/>
            <pc:sldMk cId="4173700422" sldId="307"/>
            <ac:spMk id="12" creationId="{83550C8B-9322-7BFB-387C-5368BCB26E9B}"/>
          </ac:spMkLst>
        </pc:spChg>
        <pc:spChg chg="add mod">
          <ac:chgData name="Jens Alfred Pedersen" userId="bcca11ee-19e3-439b-8f05-48763e2a5f23" providerId="ADAL" clId="{32C752E2-A49F-49A6-89BF-5063FA87EE3B}" dt="2026-03-17T07:02:27.459" v="951" actId="1076"/>
          <ac:spMkLst>
            <pc:docMk/>
            <pc:sldMk cId="4173700422" sldId="307"/>
            <ac:spMk id="13" creationId="{55162BAE-B676-A5C5-29FA-A4DFA7363200}"/>
          </ac:spMkLst>
        </pc:spChg>
        <pc:spChg chg="add mod">
          <ac:chgData name="Jens Alfred Pedersen" userId="bcca11ee-19e3-439b-8f05-48763e2a5f23" providerId="ADAL" clId="{32C752E2-A49F-49A6-89BF-5063FA87EE3B}" dt="2026-03-17T07:02:21.512" v="950" actId="1076"/>
          <ac:spMkLst>
            <pc:docMk/>
            <pc:sldMk cId="4173700422" sldId="307"/>
            <ac:spMk id="14" creationId="{C27A212A-5CF4-A2F6-23B0-A7DD976BBC7D}"/>
          </ac:spMkLst>
        </pc:spChg>
        <pc:picChg chg="del">
          <ac:chgData name="Jens Alfred Pedersen" userId="bcca11ee-19e3-439b-8f05-48763e2a5f23" providerId="ADAL" clId="{32C752E2-A49F-49A6-89BF-5063FA87EE3B}" dt="2026-03-17T06:58:49.205" v="673" actId="478"/>
          <ac:picMkLst>
            <pc:docMk/>
            <pc:sldMk cId="4173700422" sldId="307"/>
            <ac:picMk id="15" creationId="{DB46A8B2-746C-576A-B968-5DA90930C390}"/>
          </ac:picMkLst>
        </pc:picChg>
      </pc:sldChg>
    </pc:docChg>
  </pc:docChgLst>
  <pc:docChgLst>
    <pc:chgData clId="Web-{89A81C1D-811A-C1CD-756E-9A3CFC91AD94}"/>
    <pc:docChg chg="modSld">
      <pc:chgData name="" userId="" providerId="" clId="Web-{89A81C1D-811A-C1CD-756E-9A3CFC91AD94}" dt="2026-03-17T06:46:40.899" v="0" actId="14100"/>
      <pc:docMkLst>
        <pc:docMk/>
      </pc:docMkLst>
      <pc:sldChg chg="modSp">
        <pc:chgData name="" userId="" providerId="" clId="Web-{89A81C1D-811A-C1CD-756E-9A3CFC91AD94}" dt="2026-03-17T06:46:40.899" v="0" actId="14100"/>
        <pc:sldMkLst>
          <pc:docMk/>
          <pc:sldMk cId="1549851632" sldId="299"/>
        </pc:sldMkLst>
        <pc:picChg chg="mod">
          <ac:chgData name="" userId="" providerId="" clId="Web-{89A81C1D-811A-C1CD-756E-9A3CFC91AD94}" dt="2026-03-17T06:46:40.899" v="0" actId="14100"/>
          <ac:picMkLst>
            <pc:docMk/>
            <pc:sldMk cId="1549851632" sldId="299"/>
            <ac:picMk id="17" creationId="{868A7AB1-18A6-1223-B753-BEFD6F0691FA}"/>
          </ac:picMkLst>
        </pc:picChg>
      </pc:sldChg>
    </pc:docChg>
  </pc:docChgLst>
  <pc:docChgLst>
    <pc:chgData clId="Web-{F63BF9BC-C15B-D158-D924-12C4C4DCD814}"/>
    <pc:docChg chg="modSld">
      <pc:chgData name="" userId="" providerId="" clId="Web-{F63BF9BC-C15B-D158-D924-12C4C4DCD814}" dt="2026-03-16T12:56:46.834" v="7" actId="20577"/>
      <pc:docMkLst>
        <pc:docMk/>
      </pc:docMkLst>
      <pc:sldChg chg="modSp">
        <pc:chgData name="" userId="" providerId="" clId="Web-{F63BF9BC-C15B-D158-D924-12C4C4DCD814}" dt="2026-03-16T12:56:46.834" v="7" actId="20577"/>
        <pc:sldMkLst>
          <pc:docMk/>
          <pc:sldMk cId="379633757" sldId="293"/>
        </pc:sldMkLst>
        <pc:spChg chg="mod">
          <ac:chgData name="" userId="" providerId="" clId="Web-{F63BF9BC-C15B-D158-D924-12C4C4DCD814}" dt="2026-03-16T12:56:46.834" v="7" actId="20577"/>
          <ac:spMkLst>
            <pc:docMk/>
            <pc:sldMk cId="379633757" sldId="293"/>
            <ac:spMk id="3" creationId="{3C3DCE8A-3450-3756-F020-B8CA931B4CA7}"/>
          </ac:spMkLst>
        </pc:spChg>
      </pc:sldChg>
    </pc:docChg>
  </pc:docChgLst>
  <pc:docChgLst>
    <pc:chgData name="Eske Rasmus Freiesleben" userId="S::s234229@dtu.dk::fcdee4af-c687-4a35-8fea-351291de9243" providerId="AD" clId="Web-{B52008DD-384E-03FA-468F-BD69006BDF3D}"/>
    <pc:docChg chg="addSld delSld modSld">
      <pc:chgData name="Eske Rasmus Freiesleben" userId="S::s234229@dtu.dk::fcdee4af-c687-4a35-8fea-351291de9243" providerId="AD" clId="Web-{B52008DD-384E-03FA-468F-BD69006BDF3D}" dt="2026-03-16T17:33:24.806" v="37" actId="1076"/>
      <pc:docMkLst>
        <pc:docMk/>
      </pc:docMkLst>
      <pc:sldChg chg="addSp delSp modSp add replId">
        <pc:chgData name="Eske Rasmus Freiesleben" userId="S::s234229@dtu.dk::fcdee4af-c687-4a35-8fea-351291de9243" providerId="AD" clId="Web-{B52008DD-384E-03FA-468F-BD69006BDF3D}" dt="2026-03-16T17:32:28.399" v="35" actId="1076"/>
        <pc:sldMkLst>
          <pc:docMk/>
          <pc:sldMk cId="307410950" sldId="304"/>
        </pc:sldMkLst>
        <pc:spChg chg="mod">
          <ac:chgData name="Eske Rasmus Freiesleben" userId="S::s234229@dtu.dk::fcdee4af-c687-4a35-8fea-351291de9243" providerId="AD" clId="Web-{B52008DD-384E-03FA-468F-BD69006BDF3D}" dt="2026-03-16T17:27:33.829" v="4" actId="20577"/>
          <ac:spMkLst>
            <pc:docMk/>
            <pc:sldMk cId="307410950" sldId="304"/>
            <ac:spMk id="2" creationId="{627C7334-77A6-0EFD-74DB-C509EB8AA023}"/>
          </ac:spMkLst>
        </pc:spChg>
        <pc:spChg chg="del">
          <ac:chgData name="Eske Rasmus Freiesleben" userId="S::s234229@dtu.dk::fcdee4af-c687-4a35-8fea-351291de9243" providerId="AD" clId="Web-{B52008DD-384E-03FA-468F-BD69006BDF3D}" dt="2026-03-16T17:27:40.095" v="7"/>
          <ac:spMkLst>
            <pc:docMk/>
            <pc:sldMk cId="307410950" sldId="304"/>
            <ac:spMk id="3" creationId="{004F5E3D-4E52-E78E-2641-9BF1EC8E49B8}"/>
          </ac:spMkLst>
        </pc:spChg>
        <pc:spChg chg="del mod">
          <ac:chgData name="Eske Rasmus Freiesleben" userId="S::s234229@dtu.dk::fcdee4af-c687-4a35-8fea-351291de9243" providerId="AD" clId="Web-{B52008DD-384E-03FA-468F-BD69006BDF3D}" dt="2026-03-16T17:27:37.877" v="6"/>
          <ac:spMkLst>
            <pc:docMk/>
            <pc:sldMk cId="307410950" sldId="304"/>
            <ac:spMk id="7" creationId="{C1444CC4-45A4-E568-7AE2-802128DF8449}"/>
          </ac:spMkLst>
        </pc:spChg>
        <pc:picChg chg="add del mod">
          <ac:chgData name="Eske Rasmus Freiesleben" userId="S::s234229@dtu.dk::fcdee4af-c687-4a35-8fea-351291de9243" providerId="AD" clId="Web-{B52008DD-384E-03FA-468F-BD69006BDF3D}" dt="2026-03-16T17:27:58.487" v="9"/>
          <ac:picMkLst>
            <pc:docMk/>
            <pc:sldMk cId="307410950" sldId="304"/>
            <ac:picMk id="6" creationId="{C624E32D-D3A4-D0AE-2F21-EB78DB18F37D}"/>
          </ac:picMkLst>
        </pc:picChg>
        <pc:picChg chg="add del mod">
          <ac:chgData name="Eske Rasmus Freiesleben" userId="S::s234229@dtu.dk::fcdee4af-c687-4a35-8fea-351291de9243" providerId="AD" clId="Web-{B52008DD-384E-03FA-468F-BD69006BDF3D}" dt="2026-03-16T17:28:11.518" v="11"/>
          <ac:picMkLst>
            <pc:docMk/>
            <pc:sldMk cId="307410950" sldId="304"/>
            <ac:picMk id="10" creationId="{C168BC41-FADF-60CA-A956-D6FC4C9E321F}"/>
          </ac:picMkLst>
        </pc:picChg>
        <pc:picChg chg="add del mod">
          <ac:chgData name="Eske Rasmus Freiesleben" userId="S::s234229@dtu.dk::fcdee4af-c687-4a35-8fea-351291de9243" providerId="AD" clId="Web-{B52008DD-384E-03FA-468F-BD69006BDF3D}" dt="2026-03-16T17:28:16.800" v="13"/>
          <ac:picMkLst>
            <pc:docMk/>
            <pc:sldMk cId="307410950" sldId="304"/>
            <ac:picMk id="13" creationId="{C74F2853-39C1-FF2E-36C9-18E96B29A559}"/>
          </ac:picMkLst>
        </pc:picChg>
        <pc:picChg chg="add del mod">
          <ac:chgData name="Eske Rasmus Freiesleben" userId="S::s234229@dtu.dk::fcdee4af-c687-4a35-8fea-351291de9243" providerId="AD" clId="Web-{B52008DD-384E-03FA-468F-BD69006BDF3D}" dt="2026-03-16T17:29:35.177" v="24"/>
          <ac:picMkLst>
            <pc:docMk/>
            <pc:sldMk cId="307410950" sldId="304"/>
            <ac:picMk id="14" creationId="{2C53F74C-F141-37A7-B5A3-C4665E4F2ED0}"/>
          </ac:picMkLst>
        </pc:picChg>
        <pc:picChg chg="add del mod">
          <ac:chgData name="Eske Rasmus Freiesleben" userId="S::s234229@dtu.dk::fcdee4af-c687-4a35-8fea-351291de9243" providerId="AD" clId="Web-{B52008DD-384E-03FA-468F-BD69006BDF3D}" dt="2026-03-16T17:28:50.723" v="21"/>
          <ac:picMkLst>
            <pc:docMk/>
            <pc:sldMk cId="307410950" sldId="304"/>
            <ac:picMk id="15" creationId="{D819D8A3-1C9F-DE09-88AA-FCBFA3299629}"/>
          </ac:picMkLst>
        </pc:picChg>
        <pc:picChg chg="add mod">
          <ac:chgData name="Eske Rasmus Freiesleben" userId="S::s234229@dtu.dk::fcdee4af-c687-4a35-8fea-351291de9243" providerId="AD" clId="Web-{B52008DD-384E-03FA-468F-BD69006BDF3D}" dt="2026-03-16T17:29:41.802" v="27" actId="14100"/>
          <ac:picMkLst>
            <pc:docMk/>
            <pc:sldMk cId="307410950" sldId="304"/>
            <ac:picMk id="16" creationId="{BF089AB2-6BF0-7965-2007-59D05976C77A}"/>
          </ac:picMkLst>
        </pc:picChg>
        <pc:picChg chg="add mod">
          <ac:chgData name="Eske Rasmus Freiesleben" userId="S::s234229@dtu.dk::fcdee4af-c687-4a35-8fea-351291de9243" providerId="AD" clId="Web-{B52008DD-384E-03FA-468F-BD69006BDF3D}" dt="2026-03-16T17:31:47.977" v="31" actId="14100"/>
          <ac:picMkLst>
            <pc:docMk/>
            <pc:sldMk cId="307410950" sldId="304"/>
            <ac:picMk id="17" creationId="{10BEEF49-BBEE-48AF-61D2-9D3859F9F405}"/>
          </ac:picMkLst>
        </pc:picChg>
        <pc:picChg chg="add mod">
          <ac:chgData name="Eske Rasmus Freiesleben" userId="S::s234229@dtu.dk::fcdee4af-c687-4a35-8fea-351291de9243" providerId="AD" clId="Web-{B52008DD-384E-03FA-468F-BD69006BDF3D}" dt="2026-03-16T17:32:28.399" v="35" actId="1076"/>
          <ac:picMkLst>
            <pc:docMk/>
            <pc:sldMk cId="307410950" sldId="304"/>
            <ac:picMk id="18" creationId="{3FB7C070-0F0F-E7E5-5319-97D82DE1F9AC}"/>
          </ac:picMkLst>
        </pc:picChg>
      </pc:sldChg>
      <pc:sldChg chg="new del">
        <pc:chgData name="Eske Rasmus Freiesleben" userId="S::s234229@dtu.dk::fcdee4af-c687-4a35-8fea-351291de9243" providerId="AD" clId="Web-{B52008DD-384E-03FA-468F-BD69006BDF3D}" dt="2026-03-16T17:27:19.048" v="1"/>
        <pc:sldMkLst>
          <pc:docMk/>
          <pc:sldMk cId="1090341531" sldId="304"/>
        </pc:sldMkLst>
      </pc:sldChg>
      <pc:sldChg chg="delSp modSp add replId">
        <pc:chgData name="Eske Rasmus Freiesleben" userId="S::s234229@dtu.dk::fcdee4af-c687-4a35-8fea-351291de9243" providerId="AD" clId="Web-{B52008DD-384E-03FA-468F-BD69006BDF3D}" dt="2026-03-16T17:33:24.806" v="37" actId="1076"/>
        <pc:sldMkLst>
          <pc:docMk/>
          <pc:sldMk cId="600338983" sldId="305"/>
        </pc:sldMkLst>
        <pc:picChg chg="del">
          <ac:chgData name="Eske Rasmus Freiesleben" userId="S::s234229@dtu.dk::fcdee4af-c687-4a35-8fea-351291de9243" providerId="AD" clId="Web-{B52008DD-384E-03FA-468F-BD69006BDF3D}" dt="2026-03-16T17:28:53.270" v="22"/>
          <ac:picMkLst>
            <pc:docMk/>
            <pc:sldMk cId="600338983" sldId="305"/>
            <ac:picMk id="14" creationId="{A6976768-7AAA-268B-0F67-5104D542596F}"/>
          </ac:picMkLst>
        </pc:picChg>
        <pc:picChg chg="mod">
          <ac:chgData name="Eske Rasmus Freiesleben" userId="S::s234229@dtu.dk::fcdee4af-c687-4a35-8fea-351291de9243" providerId="AD" clId="Web-{B52008DD-384E-03FA-468F-BD69006BDF3D}" dt="2026-03-16T17:33:24.806" v="37" actId="1076"/>
          <ac:picMkLst>
            <pc:docMk/>
            <pc:sldMk cId="600338983" sldId="305"/>
            <ac:picMk id="15" creationId="{074E1D64-D45C-B862-6BDF-C870504BDE84}"/>
          </ac:picMkLst>
        </pc:picChg>
      </pc:sldChg>
      <pc:sldChg chg="add replId">
        <pc:chgData name="Eske Rasmus Freiesleben" userId="S::s234229@dtu.dk::fcdee4af-c687-4a35-8fea-351291de9243" providerId="AD" clId="Web-{B52008DD-384E-03FA-468F-BD69006BDF3D}" dt="2026-03-16T17:29:33.693" v="23"/>
        <pc:sldMkLst>
          <pc:docMk/>
          <pc:sldMk cId="1338946474" sldId="306"/>
        </pc:sldMkLst>
      </pc:sldChg>
    </pc:docChg>
  </pc:docChgLst>
  <pc:docChgLst>
    <pc:chgData name="Jacob Manniche" userId="1ca2ec3f-18cf-4f16-911a-5a58a6928b10" providerId="ADAL" clId="{CA4C69E0-150A-42E0-ADEA-BC66185350E5}"/>
    <pc:docChg chg="modSld">
      <pc:chgData name="Jacob Manniche" userId="1ca2ec3f-18cf-4f16-911a-5a58a6928b10" providerId="ADAL" clId="{CA4C69E0-150A-42E0-ADEA-BC66185350E5}" dt="2026-03-16T14:41:10.918" v="155" actId="1076"/>
      <pc:docMkLst>
        <pc:docMk/>
      </pc:docMkLst>
      <pc:sldChg chg="modSp mod">
        <pc:chgData name="Jacob Manniche" userId="1ca2ec3f-18cf-4f16-911a-5a58a6928b10" providerId="ADAL" clId="{CA4C69E0-150A-42E0-ADEA-BC66185350E5}" dt="2026-03-16T14:09:50.544" v="153" actId="20577"/>
        <pc:sldMkLst>
          <pc:docMk/>
          <pc:sldMk cId="1549851632" sldId="299"/>
        </pc:sldMkLst>
        <pc:spChg chg="mod">
          <ac:chgData name="Jacob Manniche" userId="1ca2ec3f-18cf-4f16-911a-5a58a6928b10" providerId="ADAL" clId="{CA4C69E0-150A-42E0-ADEA-BC66185350E5}" dt="2026-03-16T14:09:50.544" v="153" actId="20577"/>
          <ac:spMkLst>
            <pc:docMk/>
            <pc:sldMk cId="1549851632" sldId="299"/>
            <ac:spMk id="7" creationId="{88B12132-A438-3CE0-BCC8-D9B0BA9E8439}"/>
          </ac:spMkLst>
        </pc:spChg>
      </pc:sldChg>
      <pc:sldChg chg="modSp mod">
        <pc:chgData name="Jacob Manniche" userId="1ca2ec3f-18cf-4f16-911a-5a58a6928b10" providerId="ADAL" clId="{CA4C69E0-150A-42E0-ADEA-BC66185350E5}" dt="2026-03-16T14:41:10.918" v="155" actId="1076"/>
        <pc:sldMkLst>
          <pc:docMk/>
          <pc:sldMk cId="2520129326" sldId="301"/>
        </pc:sldMkLst>
        <pc:spChg chg="mod">
          <ac:chgData name="Jacob Manniche" userId="1ca2ec3f-18cf-4f16-911a-5a58a6928b10" providerId="ADAL" clId="{CA4C69E0-150A-42E0-ADEA-BC66185350E5}" dt="2026-03-16T14:41:10.918" v="155" actId="1076"/>
          <ac:spMkLst>
            <pc:docMk/>
            <pc:sldMk cId="2520129326" sldId="301"/>
            <ac:spMk id="15" creationId="{830A6649-89F2-7423-58A6-FD600D570B13}"/>
          </ac:spMkLst>
        </pc:spChg>
      </pc:sldChg>
    </pc:docChg>
  </pc:docChgLst>
  <pc:docChgLst>
    <pc:chgData name="Jens Alfred Pedersen" userId="S::s230869@dtu.dk::bcca11ee-19e3-439b-8f05-48763e2a5f23" providerId="AD" clId="Web-{F63BF9BC-C15B-D158-D924-12C4C4DCD814}"/>
    <pc:docChg chg="addSld delSld modSld sldOrd">
      <pc:chgData name="Jens Alfred Pedersen" userId="S::s230869@dtu.dk::bcca11ee-19e3-439b-8f05-48763e2a5f23" providerId="AD" clId="Web-{F63BF9BC-C15B-D158-D924-12C4C4DCD814}" dt="2026-03-16T14:50:32.480" v="816"/>
      <pc:docMkLst>
        <pc:docMk/>
      </pc:docMkLst>
      <pc:sldChg chg="modSp">
        <pc:chgData name="Jens Alfred Pedersen" userId="S::s230869@dtu.dk::bcca11ee-19e3-439b-8f05-48763e2a5f23" providerId="AD" clId="Web-{F63BF9BC-C15B-D158-D924-12C4C4DCD814}" dt="2026-03-16T13:28:39.950" v="674" actId="20577"/>
        <pc:sldMkLst>
          <pc:docMk/>
          <pc:sldMk cId="379633757" sldId="293"/>
        </pc:sldMkLst>
        <pc:spChg chg="mod">
          <ac:chgData name="Jens Alfred Pedersen" userId="S::s230869@dtu.dk::bcca11ee-19e3-439b-8f05-48763e2a5f23" providerId="AD" clId="Web-{F63BF9BC-C15B-D158-D924-12C4C4DCD814}" dt="2026-03-16T13:28:39.950" v="674" actId="20577"/>
          <ac:spMkLst>
            <pc:docMk/>
            <pc:sldMk cId="379633757" sldId="293"/>
            <ac:spMk id="2" creationId="{AD4746D4-ECF6-A1C8-C827-186F51BB0915}"/>
          </ac:spMkLst>
        </pc:spChg>
        <pc:spChg chg="mod">
          <ac:chgData name="Jens Alfred Pedersen" userId="S::s230869@dtu.dk::bcca11ee-19e3-439b-8f05-48763e2a5f23" providerId="AD" clId="Web-{F63BF9BC-C15B-D158-D924-12C4C4DCD814}" dt="2026-03-16T13:28:26.855" v="661" actId="20577"/>
          <ac:spMkLst>
            <pc:docMk/>
            <pc:sldMk cId="379633757" sldId="293"/>
            <ac:spMk id="3" creationId="{3C3DCE8A-3450-3756-F020-B8CA931B4CA7}"/>
          </ac:spMkLst>
        </pc:spChg>
      </pc:sldChg>
      <pc:sldChg chg="addSp delSp modSp add del ord modNotes">
        <pc:chgData name="Jens Alfred Pedersen" userId="S::s230869@dtu.dk::bcca11ee-19e3-439b-8f05-48763e2a5f23" providerId="AD" clId="Web-{F63BF9BC-C15B-D158-D924-12C4C4DCD814}" dt="2026-03-16T14:50:23.402" v="813" actId="20577"/>
        <pc:sldMkLst>
          <pc:docMk/>
          <pc:sldMk cId="1549851632" sldId="299"/>
        </pc:sldMkLst>
        <pc:spChg chg="mod">
          <ac:chgData name="Jens Alfred Pedersen" userId="S::s230869@dtu.dk::bcca11ee-19e3-439b-8f05-48763e2a5f23" providerId="AD" clId="Web-{F63BF9BC-C15B-D158-D924-12C4C4DCD814}" dt="2026-03-16T14:50:23.402" v="813" actId="20577"/>
          <ac:spMkLst>
            <pc:docMk/>
            <pc:sldMk cId="1549851632" sldId="299"/>
            <ac:spMk id="2" creationId="{504D4136-E1D3-DBED-3A3E-86D0B5037D33}"/>
          </ac:spMkLst>
        </pc:spChg>
        <pc:spChg chg="add del mod">
          <ac:chgData name="Jens Alfred Pedersen" userId="S::s230869@dtu.dk::bcca11ee-19e3-439b-8f05-48763e2a5f23" providerId="AD" clId="Web-{F63BF9BC-C15B-D158-D924-12C4C4DCD814}" dt="2026-03-16T13:38:08.069" v="762" actId="20577"/>
          <ac:spMkLst>
            <pc:docMk/>
            <pc:sldMk cId="1549851632" sldId="299"/>
            <ac:spMk id="7" creationId="{88B12132-A438-3CE0-BCC8-D9B0BA9E8439}"/>
          </ac:spMkLst>
        </pc:spChg>
        <pc:picChg chg="add del mod">
          <ac:chgData name="Jens Alfred Pedersen" userId="S::s230869@dtu.dk::bcca11ee-19e3-439b-8f05-48763e2a5f23" providerId="AD" clId="Web-{F63BF9BC-C15B-D158-D924-12C4C4DCD814}" dt="2026-03-16T12:59:39.836" v="59"/>
          <ac:picMkLst>
            <pc:docMk/>
            <pc:sldMk cId="1549851632" sldId="299"/>
            <ac:picMk id="3" creationId="{1052AA90-A1CF-8648-CF7B-CAAC6E1FF9E4}"/>
          </ac:picMkLst>
        </pc:picChg>
        <pc:picChg chg="add del mod">
          <ac:chgData name="Jens Alfred Pedersen" userId="S::s230869@dtu.dk::bcca11ee-19e3-439b-8f05-48763e2a5f23" providerId="AD" clId="Web-{F63BF9BC-C15B-D158-D924-12C4C4DCD814}" dt="2026-03-16T13:37:09.240" v="750"/>
          <ac:picMkLst>
            <pc:docMk/>
            <pc:sldMk cId="1549851632" sldId="299"/>
            <ac:picMk id="6" creationId="{F55EFAE1-2EAF-553D-006A-876E8E19467C}"/>
          </ac:picMkLst>
        </pc:picChg>
        <pc:picChg chg="add del mod">
          <ac:chgData name="Jens Alfred Pedersen" userId="S::s230869@dtu.dk::bcca11ee-19e3-439b-8f05-48763e2a5f23" providerId="AD" clId="Web-{F63BF9BC-C15B-D158-D924-12C4C4DCD814}" dt="2026-03-16T13:35:58.208" v="711"/>
          <ac:picMkLst>
            <pc:docMk/>
            <pc:sldMk cId="1549851632" sldId="299"/>
            <ac:picMk id="13" creationId="{B937934E-C39E-1049-76FE-10D482AA5876}"/>
          </ac:picMkLst>
        </pc:picChg>
        <pc:picChg chg="add del mod">
          <ac:chgData name="Jens Alfred Pedersen" userId="S::s230869@dtu.dk::bcca11ee-19e3-439b-8f05-48763e2a5f23" providerId="AD" clId="Web-{F63BF9BC-C15B-D158-D924-12C4C4DCD814}" dt="2026-03-16T13:38:50.772" v="786"/>
          <ac:picMkLst>
            <pc:docMk/>
            <pc:sldMk cId="1549851632" sldId="299"/>
            <ac:picMk id="14" creationId="{AB05DFCA-C005-3ABB-3735-3D4BB8C50FFD}"/>
          </ac:picMkLst>
        </pc:picChg>
        <pc:picChg chg="add del mod ord">
          <ac:chgData name="Jens Alfred Pedersen" userId="S::s230869@dtu.dk::bcca11ee-19e3-439b-8f05-48763e2a5f23" providerId="AD" clId="Web-{F63BF9BC-C15B-D158-D924-12C4C4DCD814}" dt="2026-03-16T13:39:20.944" v="793"/>
          <ac:picMkLst>
            <pc:docMk/>
            <pc:sldMk cId="1549851632" sldId="299"/>
            <ac:picMk id="15" creationId="{31B21570-B95F-F1EC-2AFC-E1B7EC50270A}"/>
          </ac:picMkLst>
        </pc:picChg>
        <pc:picChg chg="add">
          <ac:chgData name="Jens Alfred Pedersen" userId="S::s230869@dtu.dk::bcca11ee-19e3-439b-8f05-48763e2a5f23" providerId="AD" clId="Web-{F63BF9BC-C15B-D158-D924-12C4C4DCD814}" dt="2026-03-16T13:39:21.241" v="794"/>
          <ac:picMkLst>
            <pc:docMk/>
            <pc:sldMk cId="1549851632" sldId="299"/>
            <ac:picMk id="17" creationId="{868A7AB1-18A6-1223-B753-BEFD6F0691FA}"/>
          </ac:picMkLst>
        </pc:picChg>
      </pc:sldChg>
      <pc:sldChg chg="add del replId">
        <pc:chgData name="Jens Alfred Pedersen" userId="S::s230869@dtu.dk::bcca11ee-19e3-439b-8f05-48763e2a5f23" providerId="AD" clId="Web-{F63BF9BC-C15B-D158-D924-12C4C4DCD814}" dt="2026-03-16T13:15:37.951" v="466"/>
        <pc:sldMkLst>
          <pc:docMk/>
          <pc:sldMk cId="3136515653" sldId="300"/>
        </pc:sldMkLst>
      </pc:sldChg>
      <pc:sldChg chg="add del replId">
        <pc:chgData name="Jens Alfred Pedersen" userId="S::s230869@dtu.dk::bcca11ee-19e3-439b-8f05-48763e2a5f23" providerId="AD" clId="Web-{F63BF9BC-C15B-D158-D924-12C4C4DCD814}" dt="2026-03-16T12:59:40.867" v="60"/>
        <pc:sldMkLst>
          <pc:docMk/>
          <pc:sldMk cId="3512597287" sldId="300"/>
        </pc:sldMkLst>
      </pc:sldChg>
      <pc:sldChg chg="add del">
        <pc:chgData name="Jens Alfred Pedersen" userId="S::s230869@dtu.dk::bcca11ee-19e3-439b-8f05-48763e2a5f23" providerId="AD" clId="Web-{F63BF9BC-C15B-D158-D924-12C4C4DCD814}" dt="2026-03-16T12:58:21.710" v="36"/>
        <pc:sldMkLst>
          <pc:docMk/>
          <pc:sldMk cId="3558898643" sldId="300"/>
        </pc:sldMkLst>
      </pc:sldChg>
      <pc:sldChg chg="del">
        <pc:chgData name="Jens Alfred Pedersen" userId="S::s230869@dtu.dk::bcca11ee-19e3-439b-8f05-48763e2a5f23" providerId="AD" clId="Web-{F63BF9BC-C15B-D158-D924-12C4C4DCD814}" dt="2026-03-16T12:58:19.131" v="35"/>
        <pc:sldMkLst>
          <pc:docMk/>
          <pc:sldMk cId="80341815" sldId="301"/>
        </pc:sldMkLst>
      </pc:sldChg>
      <pc:sldChg chg="addSp delSp modSp add replId modNotes">
        <pc:chgData name="Jens Alfred Pedersen" userId="S::s230869@dtu.dk::bcca11ee-19e3-439b-8f05-48763e2a5f23" providerId="AD" clId="Web-{F63BF9BC-C15B-D158-D924-12C4C4DCD814}" dt="2026-03-16T14:50:26.449" v="814" actId="20577"/>
        <pc:sldMkLst>
          <pc:docMk/>
          <pc:sldMk cId="2520129326" sldId="301"/>
        </pc:sldMkLst>
        <pc:spChg chg="mod">
          <ac:chgData name="Jens Alfred Pedersen" userId="S::s230869@dtu.dk::bcca11ee-19e3-439b-8f05-48763e2a5f23" providerId="AD" clId="Web-{F63BF9BC-C15B-D158-D924-12C4C4DCD814}" dt="2026-03-16T14:50:26.449" v="814" actId="20577"/>
          <ac:spMkLst>
            <pc:docMk/>
            <pc:sldMk cId="2520129326" sldId="301"/>
            <ac:spMk id="2" creationId="{61EDC4A8-E26B-E606-BBA2-FA4B001B287A}"/>
          </ac:spMkLst>
        </pc:spChg>
        <pc:spChg chg="del mod">
          <ac:chgData name="Jens Alfred Pedersen" userId="S::s230869@dtu.dk::bcca11ee-19e3-439b-8f05-48763e2a5f23" providerId="AD" clId="Web-{F63BF9BC-C15B-D158-D924-12C4C4DCD814}" dt="2026-03-16T13:37:57.100" v="756"/>
          <ac:spMkLst>
            <pc:docMk/>
            <pc:sldMk cId="2520129326" sldId="301"/>
            <ac:spMk id="7" creationId="{CF3A4ACB-B3C2-D9D7-273A-53ECF56F0475}"/>
          </ac:spMkLst>
        </pc:spChg>
        <pc:spChg chg="add mod">
          <ac:chgData name="Jens Alfred Pedersen" userId="S::s230869@dtu.dk::bcca11ee-19e3-439b-8f05-48763e2a5f23" providerId="AD" clId="Web-{F63BF9BC-C15B-D158-D924-12C4C4DCD814}" dt="2026-03-16T13:38:21.366" v="779" actId="20577"/>
          <ac:spMkLst>
            <pc:docMk/>
            <pc:sldMk cId="2520129326" sldId="301"/>
            <ac:spMk id="15" creationId="{830A6649-89F2-7423-58A6-FD600D570B13}"/>
          </ac:spMkLst>
        </pc:spChg>
        <pc:picChg chg="add del mod ord">
          <ac:chgData name="Jens Alfred Pedersen" userId="S::s230869@dtu.dk::bcca11ee-19e3-439b-8f05-48763e2a5f23" providerId="AD" clId="Web-{F63BF9BC-C15B-D158-D924-12C4C4DCD814}" dt="2026-03-16T13:38:24.038" v="780"/>
          <ac:picMkLst>
            <pc:docMk/>
            <pc:sldMk cId="2520129326" sldId="301"/>
            <ac:picMk id="3" creationId="{72E9D92F-3562-4303-9AFD-2863D949B20B}"/>
          </ac:picMkLst>
        </pc:picChg>
        <pc:picChg chg="del">
          <ac:chgData name="Jens Alfred Pedersen" userId="S::s230869@dtu.dk::bcca11ee-19e3-439b-8f05-48763e2a5f23" providerId="AD" clId="Web-{F63BF9BC-C15B-D158-D924-12C4C4DCD814}" dt="2026-03-16T13:03:05.925" v="256"/>
          <ac:picMkLst>
            <pc:docMk/>
            <pc:sldMk cId="2520129326" sldId="301"/>
            <ac:picMk id="6" creationId="{35EAEA21-D582-B0F4-B727-4F5E4AA2F6F1}"/>
          </ac:picMkLst>
        </pc:picChg>
        <pc:picChg chg="add del ord">
          <ac:chgData name="Jens Alfred Pedersen" userId="S::s230869@dtu.dk::bcca11ee-19e3-439b-8f05-48763e2a5f23" providerId="AD" clId="Web-{F63BF9BC-C15B-D158-D924-12C4C4DCD814}" dt="2026-03-16T13:04:08.083" v="297"/>
          <ac:picMkLst>
            <pc:docMk/>
            <pc:sldMk cId="2520129326" sldId="301"/>
            <ac:picMk id="13" creationId="{D86A50D5-93FF-7F3D-A914-0D49DEF6DD54}"/>
          </ac:picMkLst>
        </pc:picChg>
        <pc:picChg chg="add">
          <ac:chgData name="Jens Alfred Pedersen" userId="S::s230869@dtu.dk::bcca11ee-19e3-439b-8f05-48763e2a5f23" providerId="AD" clId="Web-{F63BF9BC-C15B-D158-D924-12C4C4DCD814}" dt="2026-03-16T13:38:27.178" v="781"/>
          <ac:picMkLst>
            <pc:docMk/>
            <pc:sldMk cId="2520129326" sldId="301"/>
            <ac:picMk id="17" creationId="{73A312CE-C00F-8B84-4AE8-1CD865BAC106}"/>
          </ac:picMkLst>
        </pc:picChg>
        <pc:picChg chg="add del mod">
          <ac:chgData name="Jens Alfred Pedersen" userId="S::s230869@dtu.dk::bcca11ee-19e3-439b-8f05-48763e2a5f23" providerId="AD" clId="Web-{F63BF9BC-C15B-D158-D924-12C4C4DCD814}" dt="2026-03-16T13:39:23.163" v="795"/>
          <ac:picMkLst>
            <pc:docMk/>
            <pc:sldMk cId="2520129326" sldId="301"/>
            <ac:picMk id="19" creationId="{B3ECA894-4EF1-9958-4C58-79BFAD3B3B65}"/>
          </ac:picMkLst>
        </pc:picChg>
      </pc:sldChg>
      <pc:sldChg chg="del">
        <pc:chgData name="Jens Alfred Pedersen" userId="S::s230869@dtu.dk::bcca11ee-19e3-439b-8f05-48763e2a5f23" providerId="AD" clId="Web-{F63BF9BC-C15B-D158-D924-12C4C4DCD814}" dt="2026-03-16T12:58:16.647" v="34"/>
        <pc:sldMkLst>
          <pc:docMk/>
          <pc:sldMk cId="770918746" sldId="302"/>
        </pc:sldMkLst>
      </pc:sldChg>
      <pc:sldChg chg="addSp delSp modSp add del replId">
        <pc:chgData name="Jens Alfred Pedersen" userId="S::s230869@dtu.dk::bcca11ee-19e3-439b-8f05-48763e2a5f23" providerId="AD" clId="Web-{F63BF9BC-C15B-D158-D924-12C4C4DCD814}" dt="2026-03-16T13:40:54.101" v="800"/>
        <pc:sldMkLst>
          <pc:docMk/>
          <pc:sldMk cId="2716694471" sldId="302"/>
        </pc:sldMkLst>
        <pc:spChg chg="mod">
          <ac:chgData name="Jens Alfred Pedersen" userId="S::s230869@dtu.dk::bcca11ee-19e3-439b-8f05-48763e2a5f23" providerId="AD" clId="Web-{F63BF9BC-C15B-D158-D924-12C4C4DCD814}" dt="2026-03-16T13:40:11.820" v="797" actId="20577"/>
          <ac:spMkLst>
            <pc:docMk/>
            <pc:sldMk cId="2716694471" sldId="302"/>
            <ac:spMk id="2" creationId="{0CE6610B-37CC-093A-EFE1-7D80E823D421}"/>
          </ac:spMkLst>
        </pc:spChg>
        <pc:spChg chg="mod">
          <ac:chgData name="Jens Alfred Pedersen" userId="S::s230869@dtu.dk::bcca11ee-19e3-439b-8f05-48763e2a5f23" providerId="AD" clId="Web-{F63BF9BC-C15B-D158-D924-12C4C4DCD814}" dt="2026-03-16T13:40:35.867" v="799" actId="20577"/>
          <ac:spMkLst>
            <pc:docMk/>
            <pc:sldMk cId="2716694471" sldId="302"/>
            <ac:spMk id="7" creationId="{45D0F6ED-8B22-B673-1E40-1B5899ED1DEE}"/>
          </ac:spMkLst>
        </pc:spChg>
        <pc:picChg chg="del">
          <ac:chgData name="Jens Alfred Pedersen" userId="S::s230869@dtu.dk::bcca11ee-19e3-439b-8f05-48763e2a5f23" providerId="AD" clId="Web-{F63BF9BC-C15B-D158-D924-12C4C4DCD814}" dt="2026-03-16T13:14:01.513" v="367"/>
          <ac:picMkLst>
            <pc:docMk/>
            <pc:sldMk cId="2716694471" sldId="302"/>
            <ac:picMk id="3" creationId="{B7CB9096-ED3C-76F3-FAF0-880FE9087BE2}"/>
          </ac:picMkLst>
        </pc:picChg>
        <pc:picChg chg="add mod">
          <ac:chgData name="Jens Alfred Pedersen" userId="S::s230869@dtu.dk::bcca11ee-19e3-439b-8f05-48763e2a5f23" providerId="AD" clId="Web-{F63BF9BC-C15B-D158-D924-12C4C4DCD814}" dt="2026-03-16T13:14:07.700" v="370" actId="1076"/>
          <ac:picMkLst>
            <pc:docMk/>
            <pc:sldMk cId="2716694471" sldId="302"/>
            <ac:picMk id="6" creationId="{9C33567B-869E-C169-46E9-A42714E7E4E1}"/>
          </ac:picMkLst>
        </pc:picChg>
      </pc:sldChg>
      <pc:sldChg chg="addSp delSp modSp add replId modNotes">
        <pc:chgData name="Jens Alfred Pedersen" userId="S::s230869@dtu.dk::bcca11ee-19e3-439b-8f05-48763e2a5f23" providerId="AD" clId="Web-{F63BF9BC-C15B-D158-D924-12C4C4DCD814}" dt="2026-03-16T14:50:29.308" v="815" actId="20577"/>
        <pc:sldMkLst>
          <pc:docMk/>
          <pc:sldMk cId="1152423545" sldId="303"/>
        </pc:sldMkLst>
        <pc:spChg chg="mod">
          <ac:chgData name="Jens Alfred Pedersen" userId="S::s230869@dtu.dk::bcca11ee-19e3-439b-8f05-48763e2a5f23" providerId="AD" clId="Web-{F63BF9BC-C15B-D158-D924-12C4C4DCD814}" dt="2026-03-16T14:50:29.308" v="815" actId="20577"/>
          <ac:spMkLst>
            <pc:docMk/>
            <pc:sldMk cId="1152423545" sldId="303"/>
            <ac:spMk id="2" creationId="{FA9EB1D6-9EFE-B873-4EE5-1CAAD2832201}"/>
          </ac:spMkLst>
        </pc:spChg>
        <pc:spChg chg="add mod">
          <ac:chgData name="Jens Alfred Pedersen" userId="S::s230869@dtu.dk::bcca11ee-19e3-439b-8f05-48763e2a5f23" providerId="AD" clId="Web-{F63BF9BC-C15B-D158-D924-12C4C4DCD814}" dt="2026-03-16T14:41:26.703" v="805" actId="20577"/>
          <ac:spMkLst>
            <pc:docMk/>
            <pc:sldMk cId="1152423545" sldId="303"/>
            <ac:spMk id="3" creationId="{354B4463-C63F-1178-50FA-E36084261D0E}"/>
          </ac:spMkLst>
        </pc:spChg>
        <pc:spChg chg="mod">
          <ac:chgData name="Jens Alfred Pedersen" userId="S::s230869@dtu.dk::bcca11ee-19e3-439b-8f05-48763e2a5f23" providerId="AD" clId="Web-{F63BF9BC-C15B-D158-D924-12C4C4DCD814}" dt="2026-03-16T13:26:40.317" v="649" actId="20577"/>
          <ac:spMkLst>
            <pc:docMk/>
            <pc:sldMk cId="1152423545" sldId="303"/>
            <ac:spMk id="7" creationId="{6B98447A-BFF2-8F68-320F-E9E246AD0E6B}"/>
          </ac:spMkLst>
        </pc:spChg>
        <pc:spChg chg="mod">
          <ac:chgData name="Jens Alfred Pedersen" userId="S::s230869@dtu.dk::bcca11ee-19e3-439b-8f05-48763e2a5f23" providerId="AD" clId="Web-{F63BF9BC-C15B-D158-D924-12C4C4DCD814}" dt="2026-03-16T13:48:32.611" v="802" actId="1076"/>
          <ac:spMkLst>
            <pc:docMk/>
            <pc:sldMk cId="1152423545" sldId="303"/>
            <ac:spMk id="9" creationId="{640FDB27-AB7C-6F3D-91BE-0B424FB2DC18}"/>
          </ac:spMkLst>
        </pc:spChg>
        <pc:picChg chg="del">
          <ac:chgData name="Jens Alfred Pedersen" userId="S::s230869@dtu.dk::bcca11ee-19e3-439b-8f05-48763e2a5f23" providerId="AD" clId="Web-{F63BF9BC-C15B-D158-D924-12C4C4DCD814}" dt="2026-03-16T13:22:46.976" v="468"/>
          <ac:picMkLst>
            <pc:docMk/>
            <pc:sldMk cId="1152423545" sldId="303"/>
            <ac:picMk id="6" creationId="{6A20990B-6472-AA3C-7441-904A3537D268}"/>
          </ac:picMkLst>
        </pc:picChg>
      </pc:sldChg>
      <pc:sldChg chg="del">
        <pc:chgData name="Jens Alfred Pedersen" userId="S::s230869@dtu.dk::bcca11ee-19e3-439b-8f05-48763e2a5f23" providerId="AD" clId="Web-{F63BF9BC-C15B-D158-D924-12C4C4DCD814}" dt="2026-03-16T12:58:13.569" v="33"/>
        <pc:sldMkLst>
          <pc:docMk/>
          <pc:sldMk cId="3620794665" sldId="303"/>
        </pc:sldMkLst>
      </pc:sldChg>
      <pc:sldChg chg="del">
        <pc:chgData name="Jens Alfred Pedersen" userId="S::s230869@dtu.dk::bcca11ee-19e3-439b-8f05-48763e2a5f23" providerId="AD" clId="Web-{F63BF9BC-C15B-D158-D924-12C4C4DCD814}" dt="2026-03-16T12:58:05.975" v="32"/>
        <pc:sldMkLst>
          <pc:docMk/>
          <pc:sldMk cId="1782730151" sldId="304"/>
        </pc:sldMkLst>
      </pc:sldChg>
      <pc:sldChg chg="add del replId">
        <pc:chgData name="Jens Alfred Pedersen" userId="S::s230869@dtu.dk::bcca11ee-19e3-439b-8f05-48763e2a5f23" providerId="AD" clId="Web-{F63BF9BC-C15B-D158-D924-12C4C4DCD814}" dt="2026-03-16T14:50:32.480" v="816"/>
        <pc:sldMkLst>
          <pc:docMk/>
          <pc:sldMk cId="2987093261" sldId="304"/>
        </pc:sldMkLst>
      </pc:sldChg>
      <pc:sldChg chg="modSp add del">
        <pc:chgData name="Jens Alfred Pedersen" userId="S::s230869@dtu.dk::bcca11ee-19e3-439b-8f05-48763e2a5f23" providerId="AD" clId="Web-{F63BF9BC-C15B-D158-D924-12C4C4DCD814}" dt="2026-03-16T12:58:24.428" v="37"/>
        <pc:sldMkLst>
          <pc:docMk/>
          <pc:sldMk cId="2013188104" sldId="306"/>
        </pc:sldMkLst>
        <pc:spChg chg="mod">
          <ac:chgData name="Jens Alfred Pedersen" userId="S::s230869@dtu.dk::bcca11ee-19e3-439b-8f05-48763e2a5f23" providerId="AD" clId="Web-{F63BF9BC-C15B-D158-D924-12C4C4DCD814}" dt="2026-03-16T12:57:16.459" v="23" actId="20577"/>
          <ac:spMkLst>
            <pc:docMk/>
            <pc:sldMk cId="2013188104" sldId="306"/>
            <ac:spMk id="7" creationId="{D9BF504A-67CD-81AB-7225-A966697DA65E}"/>
          </ac:spMkLst>
        </pc:spChg>
      </pc:sldChg>
      <pc:sldChg chg="del">
        <pc:chgData name="Jens Alfred Pedersen" userId="S::s230869@dtu.dk::bcca11ee-19e3-439b-8f05-48763e2a5f23" providerId="AD" clId="Web-{F63BF9BC-C15B-D158-D924-12C4C4DCD814}" dt="2026-03-16T12:58:02.600" v="31"/>
        <pc:sldMkLst>
          <pc:docMk/>
          <pc:sldMk cId="739299774" sldId="307"/>
        </pc:sldMkLst>
      </pc:sldChg>
    </pc:docChg>
  </pc:docChgLst>
  <pc:docChgLst>
    <pc:chgData name="Jens Alfred Pedersen" userId="S::s230869@dtu.dk::bcca11ee-19e3-439b-8f05-48763e2a5f23" providerId="AD" clId="Web-{89A81C1D-811A-C1CD-756E-9A3CFC91AD94}"/>
    <pc:docChg chg="modSld">
      <pc:chgData name="Jens Alfred Pedersen" userId="S::s230869@dtu.dk::bcca11ee-19e3-439b-8f05-48763e2a5f23" providerId="AD" clId="Web-{89A81C1D-811A-C1CD-756E-9A3CFC91AD94}" dt="2026-03-17T06:47:26.274" v="11" actId="14100"/>
      <pc:docMkLst>
        <pc:docMk/>
      </pc:docMkLst>
      <pc:sldChg chg="addSp modSp">
        <pc:chgData name="Jens Alfred Pedersen" userId="S::s230869@dtu.dk::bcca11ee-19e3-439b-8f05-48763e2a5f23" providerId="AD" clId="Web-{89A81C1D-811A-C1CD-756E-9A3CFC91AD94}" dt="2026-03-17T06:47:26.274" v="11" actId="14100"/>
        <pc:sldMkLst>
          <pc:docMk/>
          <pc:sldMk cId="1549851632" sldId="299"/>
        </pc:sldMkLst>
        <pc:spChg chg="mod">
          <ac:chgData name="Jens Alfred Pedersen" userId="S::s230869@dtu.dk::bcca11ee-19e3-439b-8f05-48763e2a5f23" providerId="AD" clId="Web-{89A81C1D-811A-C1CD-756E-9A3CFC91AD94}" dt="2026-03-17T06:46:54.149" v="2" actId="14100"/>
          <ac:spMkLst>
            <pc:docMk/>
            <pc:sldMk cId="1549851632" sldId="299"/>
            <ac:spMk id="7" creationId="{88B12132-A438-3CE0-BCC8-D9B0BA9E8439}"/>
          </ac:spMkLst>
        </pc:spChg>
        <pc:picChg chg="add mod">
          <ac:chgData name="Jens Alfred Pedersen" userId="S::s230869@dtu.dk::bcca11ee-19e3-439b-8f05-48763e2a5f23" providerId="AD" clId="Web-{89A81C1D-811A-C1CD-756E-9A3CFC91AD94}" dt="2026-03-17T06:47:26.274" v="11" actId="14100"/>
          <ac:picMkLst>
            <pc:docMk/>
            <pc:sldMk cId="1549851632" sldId="299"/>
            <ac:picMk id="6" creationId="{C451DCEB-F48C-EFAB-4303-70909AF8A99F}"/>
          </ac:picMkLst>
        </pc:picChg>
        <pc:picChg chg="mod">
          <ac:chgData name="Jens Alfred Pedersen" userId="S::s230869@dtu.dk::bcca11ee-19e3-439b-8f05-48763e2a5f23" providerId="AD" clId="Web-{89A81C1D-811A-C1CD-756E-9A3CFC91AD94}" dt="2026-03-17T06:47:21.415" v="9" actId="14100"/>
          <ac:picMkLst>
            <pc:docMk/>
            <pc:sldMk cId="1549851632" sldId="299"/>
            <ac:picMk id="17" creationId="{868A7AB1-18A6-1223-B753-BEFD6F0691F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EFAC2-CAA8-4C26-A102-B05A6542AA2E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CF9C7-D1BA-425F-9524-4BF3E367B9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585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5986-3CF3-A4DC-4F82-52D343929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A493507-F7A7-19D1-FEAC-30EDB9E6E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83B46A6-E0C6-8C16-0B2C-DE08F92C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ED4E4BD-91D9-F554-438F-8C09AAFA7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82838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8EA9-0706-9F64-D635-05EFB790A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2D25E4E-2C22-6275-381B-897CA7400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186BBA0-F09A-D0DF-B9B4-F054AD905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C8EC86C-C818-A0E3-9649-5532B023A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2346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6DEB-6406-CCAF-370C-BF475E9FB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8BC4D7BC-2DF0-B47F-755A-5DD325959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7C5905F-C43E-8661-1502-B7EE2BF3F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98220B6-603C-1528-D96E-D5FDDBC8D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7527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B8A0-E5A8-3ECE-FA39-47EFAB490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874E1A36-CF07-9843-9A76-296602A03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57642C8-97CC-D9E6-3AEA-4E1FDD1A0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F2D23A7-7D8C-B4E5-F424-9E02D233E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7861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CE3B-0ED7-C402-1A69-A073C171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81F5F70-447F-37F1-1823-0A346CBE5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85D823B-5559-C9F6-08F3-0279F6997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E7CFFCD-12D1-02C1-140D-A29A9909A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9135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6CF54-DA5B-193F-83BD-BFB72DD8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E7157BF-898E-E91B-BAC9-D983AD213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A0E049C-C451-A7ED-740A-0E244713D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BF2F017-0743-9F06-9694-A5733FB26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5085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DFEBFF-7A55-6A26-1B55-31D89164B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495899B-CD02-6AA9-DF41-724DD5A7A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4199BCB-1B71-C947-B591-D646D7BA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32E6-F494-4368-97C1-514ABDFF7489}" type="datetime1">
              <a:rPr lang="da-DK" smtClean="0"/>
              <a:t>17-03-2026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41D043E-8A77-47F9-4693-23D3217A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697C2FE-321E-E181-5853-B2A4DD84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2135078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D0CDC-CECC-54E1-DA3E-104DC915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38B14A5-8C46-C634-1813-51EA4B8DD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1E2CC94-0AF7-2B58-CE1C-E40146EE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D05-3B1B-476A-93CE-8E1927AA511B}" type="datetime1">
              <a:rPr lang="da-DK" smtClean="0"/>
              <a:t>17-03-2026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8F41E05-CFC5-DB17-012C-CF773427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8972367-2D8B-CDC4-E6F6-395580F7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263020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352474-76BA-4C4D-D9AB-814801F4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7DA833F-30BC-7E38-F5B5-BCA729D4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D86313-E12F-7CE9-BBCB-6520EDF5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1A2-E5BC-4A90-8F05-1A960DB8C22A}" type="datetime1">
              <a:rPr lang="da-DK" smtClean="0"/>
              <a:t>17-03-2026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EA54902-4605-5ED6-75EC-ED4DB2E0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2B4A159-C3C0-51E1-32B7-EEA5A291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5002080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8863B-CBA4-4F52-0D4A-297B80B5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8BAEC8-EE09-53B6-D595-50E1A768B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2C9B15A-AF2F-5A1B-F32E-4E81ADEF3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DBE642F-0498-3FE2-8376-7D38EDCA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23AE-8A67-41E3-AD31-4F52660CDCC3}" type="datetime1">
              <a:rPr lang="da-DK" smtClean="0"/>
              <a:t>17-03-2026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CE9EB19-2077-883B-DB2D-A070A11D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7357521-A00E-B2A1-F457-D948D00C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6498022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05213-12AE-6CD4-FFBA-5AE2B27DB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553E986-3354-792E-C1ED-8002655BB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374ABBD-AEC1-6E9C-7D0B-23501475D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46F4983-8FD9-D9B0-F94D-D9977C6EA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BC184DD-E7C0-B482-49DF-377C47F47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7BBEC05-03DB-5CF6-82AB-5BCA8690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559C-0F19-43C8-A1E5-CF6E5F861D21}" type="datetime1">
              <a:rPr lang="da-DK" smtClean="0"/>
              <a:t>17-03-2026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1204539-29EF-5B9B-C772-B8CE0DD31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9D6AFCC-1B31-EF0E-4A00-B5CA1F7F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8230576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71010A-D2F8-E0E3-B5A7-568E9D24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A7B4F3B-2F00-43D0-081D-1A3850CE3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7C2D-85D7-4702-B890-702C36AE9128}" type="datetime1">
              <a:rPr lang="da-DK" smtClean="0"/>
              <a:t>17-03-2026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28B372C-C89A-D870-1E08-C57FEF53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F798EBC-A9C5-D03D-C701-B7019C0F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2738539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D6CF1503-063B-FB97-8A34-62253DB6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CFEA-B7AB-4D9B-AC35-1CF9136F942B}" type="datetime1">
              <a:rPr lang="da-DK" smtClean="0"/>
              <a:t>17-03-2026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57DA6F2-AD34-F48C-60ED-C3D25317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C23836C-C589-B82E-6EF4-6D1B9653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5727517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A13FD-F290-ABD0-583C-D86F2F01B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3DB6CF-F07F-CF3D-1FE8-FCCA16F43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DFA81D0-11AC-D379-1B88-52DEF0BDC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04E80E5-E933-235C-A8BE-87A7A15E4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761F-7661-47F8-BFAA-F3644C45B4F1}" type="datetime1">
              <a:rPr lang="da-DK" smtClean="0"/>
              <a:t>17-03-2026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A101950-0C00-FF5B-69DC-980B12DA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3D25D43-C01F-898E-947C-5B736C76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2376837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319ACE-65C4-F7C5-4A66-DC55D7EB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9D28E6C7-745A-C059-39B7-1556D55B6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6F7DDE0-5792-747A-A171-358F04CCE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9378F4C-7B40-290E-AC0A-184C6480E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36D1-A74B-4339-83DC-3AC10AF76DE8}" type="datetime1">
              <a:rPr lang="da-DK" smtClean="0"/>
              <a:t>17-03-2026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FD2CEF0-C2D3-A2EC-9FEC-365B7666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058D538-9165-A2A6-084B-F2855580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1592061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1C54E-CE78-4B28-B5B7-2DE89428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9CEADF7-990C-CDAA-F734-38FE4DCDC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9051D0D-5089-530D-1512-4FF74775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225F9-DCE1-48CF-A60C-3F140F9CBAD8}" type="datetime1">
              <a:rPr lang="da-DK" smtClean="0"/>
              <a:t>17-03-2026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38BF7C9-5C1C-750C-0406-15788579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C24D9CB-F416-6DB2-865F-95FCF2F5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065274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320F32C6-976C-3B68-1B45-66A5A55DF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786DBCD-D3C8-A4F6-9AF9-B80738A06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E276A2-1D23-D8B7-D3C3-5D705AAF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74F6-BA4E-45BD-9299-F0B4D2AEB753}" type="datetime1">
              <a:rPr lang="da-DK" smtClean="0"/>
              <a:t>17-03-2026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CED4DE2-4ACE-1171-1470-2FECF5A8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0986D5C-E4C1-0598-07C7-8B0BA416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577122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E5C346D-711A-32D0-673C-BBF51D50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849FE7A-F6F6-525C-3BDD-A633F3EC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752E26C-0C81-374F-B5FD-95BDD09FC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99E16-850A-47CB-B103-1048DBDB4CCB}" type="datetime1">
              <a:rPr lang="da-DK" smtClean="0"/>
              <a:t>17-03-2026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EEC06D-D19C-449A-EEE9-139DFA066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A5664C8-FB83-198F-9DC5-E27BAB831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987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EB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48179-DE7C-7D65-D53F-F1BEFF17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739CA70D-9BE0-0084-BAE1-3598C7B60C15}"/>
              </a:ext>
            </a:extLst>
          </p:cNvPr>
          <p:cNvSpPr/>
          <p:nvPr/>
        </p:nvSpPr>
        <p:spPr>
          <a:xfrm>
            <a:off x="229969" y="5820504"/>
            <a:ext cx="5285161" cy="734132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C3DCE8A-3450-3756-F020-B8CA931B4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920" y="4767018"/>
            <a:ext cx="5514737" cy="73413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noProof="0">
                <a:solidFill>
                  <a:srgbClr val="94A9DC"/>
                </a:solidFill>
              </a:rPr>
              <a:t>Bachelor project, 2026</a:t>
            </a:r>
          </a:p>
          <a:p>
            <a:pPr algn="l"/>
            <a:r>
              <a:rPr lang="en-US" sz="1900" b="1">
                <a:solidFill>
                  <a:srgbClr val="94A9DC"/>
                </a:solidFill>
              </a:rPr>
              <a:t>Meeting 2, date: 17-03-2026</a:t>
            </a:r>
          </a:p>
        </p:txBody>
      </p:sp>
      <p:pic>
        <p:nvPicPr>
          <p:cNvPr id="11" name="Billede 10" descr="Et billede, der indeholder Font/skrifttype, Grafik, logo, design&#10;&#10;AI-genereret indhold kan være ukorrekt.">
            <a:extLst>
              <a:ext uri="{FF2B5EF4-FFF2-40B4-BE49-F238E27FC236}">
                <a16:creationId xmlns:a16="http://schemas.microsoft.com/office/drawing/2014/main" id="{58A9BEA7-4018-11C6-E1EC-880A95898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" y="249258"/>
            <a:ext cx="538449" cy="769213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C96A0BBB-BDA2-328E-E43F-B8A17B842215}"/>
              </a:ext>
            </a:extLst>
          </p:cNvPr>
          <p:cNvSpPr txBox="1">
            <a:spLocks/>
          </p:cNvSpPr>
          <p:nvPr/>
        </p:nvSpPr>
        <p:spPr>
          <a:xfrm>
            <a:off x="229969" y="5469149"/>
            <a:ext cx="3172076" cy="10977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200" b="1" noProof="0">
                <a:solidFill>
                  <a:srgbClr val="94A9DC"/>
                </a:solidFill>
              </a:rPr>
              <a:t>GROUP 3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Eske Freiesleben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Jacob Manniche</a:t>
            </a:r>
            <a:endParaRPr lang="en-US" sz="1200" noProof="0">
              <a:solidFill>
                <a:srgbClr val="94A9DC"/>
              </a:solidFill>
            </a:endParaRP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J. Alfred Pedersen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57DD1288-530D-2107-76AC-2F6955790447}"/>
              </a:ext>
            </a:extLst>
          </p:cNvPr>
          <p:cNvSpPr txBox="1">
            <a:spLocks/>
          </p:cNvSpPr>
          <p:nvPr/>
        </p:nvSpPr>
        <p:spPr>
          <a:xfrm>
            <a:off x="3854296" y="5501149"/>
            <a:ext cx="1669953" cy="10731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200" b="1" noProof="0">
                <a:solidFill>
                  <a:srgbClr val="94A9DC"/>
                </a:solidFill>
              </a:rPr>
              <a:t>Student ID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S234229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S234258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S230869</a:t>
            </a:r>
            <a:endParaRPr lang="en-US" sz="1200" noProof="0">
              <a:solidFill>
                <a:srgbClr val="94A9DC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6A5920-B537-C091-61E5-42EA09F8D89C}"/>
              </a:ext>
            </a:extLst>
          </p:cNvPr>
          <p:cNvSpPr/>
          <p:nvPr/>
        </p:nvSpPr>
        <p:spPr>
          <a:xfrm>
            <a:off x="6215908" y="366819"/>
            <a:ext cx="5611710" cy="6187817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4746D4-ECF6-A1C8-C827-186F51BB0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968" y="2511598"/>
            <a:ext cx="7523548" cy="2247880"/>
          </a:xfrm>
        </p:spPr>
        <p:txBody>
          <a:bodyPr>
            <a:noAutofit/>
          </a:bodyPr>
          <a:lstStyle/>
          <a:p>
            <a:pPr algn="l"/>
            <a:br>
              <a:rPr lang="en-US" sz="4800" b="1" noProof="0"/>
            </a:br>
            <a:r>
              <a:rPr lang="en-US" sz="4800" b="1">
                <a:solidFill>
                  <a:schemeClr val="bg1"/>
                </a:solidFill>
              </a:rPr>
              <a:t>Working title: </a:t>
            </a:r>
            <a:br>
              <a:rPr lang="en-US" sz="4800" b="1">
                <a:solidFill>
                  <a:schemeClr val="bg1"/>
                </a:solidFill>
              </a:rPr>
            </a:br>
            <a:r>
              <a:rPr lang="en-US" sz="4800" b="1">
                <a:solidFill>
                  <a:schemeClr val="bg1"/>
                </a:solidFill>
              </a:rPr>
              <a:t>CFD</a:t>
            </a:r>
            <a:r>
              <a:rPr lang="en-US" sz="4800" b="1" noProof="0">
                <a:solidFill>
                  <a:schemeClr val="bg1"/>
                </a:solidFill>
              </a:rPr>
              <a:t> and ROM of Flow </a:t>
            </a:r>
            <a:br>
              <a:rPr lang="en-US" sz="4800" b="1" noProof="0"/>
            </a:br>
            <a:r>
              <a:rPr lang="en-US" sz="4800" b="1" noProof="0">
                <a:solidFill>
                  <a:schemeClr val="bg1"/>
                </a:solidFill>
              </a:rPr>
              <a:t>over a Golf Court</a:t>
            </a:r>
            <a:endParaRPr lang="en-US" sz="4400" b="1" noProof="0">
              <a:solidFill>
                <a:schemeClr val="bg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32566417-13F7-C252-C7EA-202A4DBC891F}"/>
              </a:ext>
            </a:extLst>
          </p:cNvPr>
          <p:cNvSpPr txBox="1"/>
          <p:nvPr/>
        </p:nvSpPr>
        <p:spPr>
          <a:xfrm>
            <a:off x="4826000" y="32190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963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C6C4E-040A-D612-8602-B75B3A50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AD6472EA-C1EE-5BDB-B404-F8EC8002B23A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4D4136-E1D3-DBED-3A3E-86D0B5037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</a:rPr>
              <a:t>Status update: </a:t>
            </a:r>
            <a:r>
              <a:rPr lang="en-US" sz="4800" b="1">
                <a:solidFill>
                  <a:schemeClr val="bg1"/>
                </a:solidFill>
              </a:rPr>
              <a:t>Theory                                                      1/5</a:t>
            </a:r>
            <a:endParaRPr lang="en-US" sz="4800" b="1" noProof="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8BE6346-DCA9-0EFD-FE1C-499C5533C10C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858FE483-3A65-E253-8BDE-AD879AFC03ED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12999E5-8900-AF8B-6BC0-8913951ABFA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F6EC0C2E-8B90-AE81-4474-7F020D20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2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9F8A977D-ED09-EBC3-77C5-76ECAF35B9E9}"/>
              </a:ext>
            </a:extLst>
          </p:cNvPr>
          <p:cNvSpPr txBox="1"/>
          <p:nvPr/>
        </p:nvSpPr>
        <p:spPr>
          <a:xfrm>
            <a:off x="3025877" y="3271372"/>
            <a:ext cx="6110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88B12132-A438-3CE0-BCC8-D9B0BA9E8439}"/>
                  </a:ext>
                </a:extLst>
              </p:cNvPr>
              <p:cNvSpPr txBox="1"/>
              <p:nvPr/>
            </p:nvSpPr>
            <p:spPr>
              <a:xfrm>
                <a:off x="213359" y="1042500"/>
                <a:ext cx="5656564" cy="386163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r>
                  <a:rPr lang="da-DK" sz="2000" b="1" i="0" dirty="0">
                    <a:latin typeface="+mj-lt"/>
                  </a:rPr>
                  <a:t>We </a:t>
                </a:r>
                <a:r>
                  <a:rPr lang="da-DK" sz="2000" b="1" i="0" dirty="0" err="1">
                    <a:latin typeface="+mj-lt"/>
                  </a:rPr>
                  <a:t>looked</a:t>
                </a:r>
                <a:r>
                  <a:rPr lang="da-DK" sz="2000" b="1" i="0" dirty="0">
                    <a:latin typeface="+mj-lt"/>
                  </a:rPr>
                  <a:t> </a:t>
                </a:r>
                <a:r>
                  <a:rPr lang="da-DK" sz="2000" b="1" i="0" dirty="0" err="1">
                    <a:latin typeface="+mj-lt"/>
                  </a:rPr>
                  <a:t>into</a:t>
                </a:r>
                <a:r>
                  <a:rPr lang="da-DK" sz="2000" b="1" i="0" dirty="0">
                    <a:latin typeface="+mj-lt"/>
                  </a:rPr>
                  <a:t> the </a:t>
                </a:r>
                <a:r>
                  <a:rPr lang="da-DK" sz="2000" b="1" i="0" dirty="0" err="1">
                    <a:latin typeface="+mj-lt"/>
                  </a:rPr>
                  <a:t>logarithmic</a:t>
                </a:r>
                <a:r>
                  <a:rPr lang="da-DK" sz="2000" b="1" i="0" dirty="0">
                    <a:latin typeface="+mj-lt"/>
                  </a:rPr>
                  <a:t> </a:t>
                </a:r>
                <a:r>
                  <a:rPr lang="da-DK" sz="2000" b="1" i="0" dirty="0" err="1">
                    <a:latin typeface="+mj-lt"/>
                  </a:rPr>
                  <a:t>wind</a:t>
                </a:r>
                <a:r>
                  <a:rPr lang="da-DK" sz="2000" b="1" i="0" dirty="0">
                    <a:latin typeface="+mj-lt"/>
                  </a:rPr>
                  <a:t> </a:t>
                </a:r>
                <a:r>
                  <a:rPr lang="da-DK" sz="2000" b="1" i="0" dirty="0" err="1">
                    <a:latin typeface="+mj-lt"/>
                  </a:rPr>
                  <a:t>profile</a:t>
                </a:r>
                <a:endParaRPr lang="da-DK" sz="2000" b="1" i="0" dirty="0">
                  <a:latin typeface="+mj-lt"/>
                </a:endParaRPr>
              </a:p>
              <a:p>
                <a:endParaRPr lang="da-DK" sz="2000" b="1" i="0" dirty="0">
                  <a:latin typeface="+mj-lt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000" b="1" i="0" smtClean="0">
                          <a:latin typeface="Cambria Math" panose="02040503050406030204" pitchFamily="18" charset="0"/>
                        </a:rPr>
                        <m:t>𝐮</m:t>
                      </m:r>
                      <m:d>
                        <m:dPr>
                          <m:ctrlPr>
                            <a:rPr lang="da-DK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r>
                        <a:rPr lang="da-DK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0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da-DK" sz="20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da-DK" sz="2000" b="1" i="1" smtClean="0">
                              <a:latin typeface="Cambria Math" panose="02040503050406030204" pitchFamily="18" charset="0"/>
                            </a:rPr>
                            <m:t>𝜿</m:t>
                          </m:r>
                        </m:den>
                      </m:f>
                      <m:r>
                        <a:rPr lang="da-DK" sz="2000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da-DK" sz="2000" b="1" i="0" smtClean="0">
                          <a:latin typeface="Cambria Math" panose="02040503050406030204" pitchFamily="18" charset="0"/>
                        </a:rPr>
                        <m:t>𝐥𝐧</m:t>
                      </m:r>
                      <m:d>
                        <m:dPr>
                          <m:ctrlPr>
                            <a:rPr lang="da-DK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20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a-DK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da-DK" sz="20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endParaRPr lang="en-US" sz="2000" b="1" dirty="0"/>
              </a:p>
              <a:p>
                <a:r>
                  <a:rPr lang="en-US" sz="2000" b="1" dirty="0"/>
                  <a:t>And are investigating the influence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sz="2000" b="1" dirty="0"/>
              </a:p>
              <a:p>
                <a:endParaRPr lang="en-US" sz="2000" b="1" dirty="0"/>
              </a:p>
              <a:p>
                <a:r>
                  <a:rPr lang="en-US" sz="2000" b="1" dirty="0"/>
                  <a:t>On the right we made some simple 2D visualizations in python</a:t>
                </a:r>
              </a:p>
              <a:p>
                <a:endParaRPr lang="en-US" sz="2000" b="1" dirty="0"/>
              </a:p>
              <a:p>
                <a:r>
                  <a:rPr lang="en-US" sz="2000" b="1" dirty="0"/>
                  <a:t>We are looking into 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/>
                  <a:t> is estimated for different surfaces, and categorized into classes</a:t>
                </a:r>
              </a:p>
            </p:txBody>
          </p:sp>
        </mc:Choice>
        <mc:Fallback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88B12132-A438-3CE0-BCC8-D9B0BA9E8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59" y="1042500"/>
                <a:ext cx="5656564" cy="3861635"/>
              </a:xfrm>
              <a:prstGeom prst="rect">
                <a:avLst/>
              </a:prstGeom>
              <a:blipFill>
                <a:blip r:embed="rId3"/>
                <a:stretch>
                  <a:fillRect l="-1078" t="-790" r="-1078" b="-20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868A7AB1-18A6-1223-B753-BEFD6F069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078" y="1017012"/>
            <a:ext cx="5352491" cy="2634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51DCEB-F48C-EFAB-4303-70909AF8A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078" y="3650396"/>
            <a:ext cx="5350090" cy="264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85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03FCE-BD02-8E41-455B-C8F53899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655D9BC7-310F-26DC-EB89-B1EB35CA0324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3D9A944-E617-6538-B448-AD0783B5D322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D9C0426B-760A-0639-D5B3-AA50AB38591D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40FDB27-AB7C-6F3D-91BE-0B424FB2DC18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182233A2-0E46-73E1-4174-4E87FB680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3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40D4F74A-D29F-9F7C-5261-71627DEECA0D}"/>
              </a:ext>
            </a:extLst>
          </p:cNvPr>
          <p:cNvSpPr txBox="1"/>
          <p:nvPr/>
        </p:nvSpPr>
        <p:spPr>
          <a:xfrm>
            <a:off x="3025877" y="3271372"/>
            <a:ext cx="6110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6B98447A-BFF2-8F68-320F-E9E246AD0E6B}"/>
              </a:ext>
            </a:extLst>
          </p:cNvPr>
          <p:cNvSpPr txBox="1"/>
          <p:nvPr/>
        </p:nvSpPr>
        <p:spPr>
          <a:xfrm>
            <a:off x="213361" y="1031047"/>
            <a:ext cx="4295155" cy="50783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Theory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Wind profile over flat terrain 2D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Logarithmic wind profile</a:t>
            </a:r>
            <a:endParaRPr lang="en-US" dirty="0"/>
          </a:p>
          <a:p>
            <a:pPr marL="1200150" lvl="2" indent="-285750">
              <a:buFont typeface="Arial"/>
              <a:buChar char="•"/>
            </a:pPr>
            <a:r>
              <a:rPr lang="en-US" dirty="0"/>
              <a:t>Surface roughness</a:t>
            </a:r>
            <a:endParaRPr lang="en-US" i="1" dirty="0"/>
          </a:p>
          <a:p>
            <a:pPr marL="1200150" lvl="2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Friction velocity </a:t>
            </a:r>
            <a:r>
              <a:rPr lang="en-US" i="1" dirty="0">
                <a:ea typeface="+mn-lt"/>
                <a:cs typeface="+mn-lt"/>
              </a:rPr>
              <a:t>u*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Turbulence intensity TI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Temperature dependence</a:t>
            </a:r>
            <a:endParaRPr lang="en-US" dirty="0"/>
          </a:p>
          <a:p>
            <a:pPr marL="1200150" lvl="2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Lapse rates DALR/MALR</a:t>
            </a:r>
            <a:endParaRPr lang="en-US" dirty="0"/>
          </a:p>
          <a:p>
            <a:pPr marL="1200150" lvl="2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Day / Night cycle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Wind over hills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Single hill</a:t>
            </a:r>
            <a:endParaRPr lang="en-US" dirty="0"/>
          </a:p>
          <a:p>
            <a:pPr marL="1200150" lvl="2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Height of hill</a:t>
            </a:r>
            <a:endParaRPr lang="en-US" dirty="0"/>
          </a:p>
          <a:p>
            <a:pPr marL="1200150" lvl="2" indent="-285750"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Width of hill</a:t>
            </a:r>
            <a:endParaRPr lang="en-US" dirty="0"/>
          </a:p>
          <a:p>
            <a:pPr marL="742950" lvl="1" indent="-285750">
              <a:buFont typeface="Arial,Sans-Serif"/>
              <a:buChar char="•"/>
            </a:pPr>
            <a:r>
              <a:rPr lang="en-US" dirty="0"/>
              <a:t>Multiple hills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Modelling</a:t>
            </a:r>
          </a:p>
          <a:p>
            <a:pPr marL="1200150" lvl="2" indent="-285750">
              <a:buFont typeface="Arial,Sans-Serif"/>
              <a:buChar char="•"/>
            </a:pPr>
            <a:r>
              <a:rPr lang="en-US" dirty="0">
                <a:highlight>
                  <a:srgbClr val="FFFF00"/>
                </a:highlight>
                <a:ea typeface="+mn-lt"/>
                <a:cs typeface="+mn-lt"/>
              </a:rPr>
              <a:t>Parametric modelling (Buckingham-Pi)</a:t>
            </a:r>
          </a:p>
          <a:p>
            <a:pPr marL="1200150" lvl="2" indent="-285750"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ROM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B4463-C63F-1178-50FA-E36084261D0E}"/>
              </a:ext>
            </a:extLst>
          </p:cNvPr>
          <p:cNvSpPr txBox="1"/>
          <p:nvPr/>
        </p:nvSpPr>
        <p:spPr>
          <a:xfrm>
            <a:off x="4621162" y="1032565"/>
            <a:ext cx="7361012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 b="1" baseline="0" dirty="0">
                <a:latin typeface="Aptos"/>
                <a:ea typeface="Segoe UI"/>
                <a:cs typeface="Segoe UI"/>
              </a:rPr>
              <a:t>Modelling:</a:t>
            </a:r>
            <a:r>
              <a:rPr lang="en-US" sz="1800" dirty="0">
                <a:latin typeface="Aptos"/>
                <a:ea typeface="Segoe UI"/>
                <a:cs typeface="Segoe UI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800" baseline="0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Dimensional analysis (The parametric foundation)</a:t>
            </a:r>
            <a:r>
              <a:rPr lang="en-US" sz="1800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1800" baseline="0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Defining Pi-groups (what parameters are crucial to understand the flow)</a:t>
            </a:r>
            <a:r>
              <a:rPr lang="en-US" sz="1800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800" baseline="0" dirty="0">
                <a:latin typeface="Aptos"/>
                <a:ea typeface="Arial"/>
                <a:cs typeface="Arial"/>
              </a:rPr>
              <a:t>Data source</a:t>
            </a:r>
            <a:r>
              <a:rPr lang="en-US" sz="1800" dirty="0">
                <a:latin typeface="Aptos"/>
                <a:ea typeface="Arial"/>
                <a:cs typeface="Arial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1800" baseline="0" dirty="0">
                <a:latin typeface="Aptos"/>
                <a:ea typeface="Arial"/>
                <a:cs typeface="Arial"/>
              </a:rPr>
              <a:t>What data has been used (in order to define how the ROM deduced)</a:t>
            </a:r>
            <a:r>
              <a:rPr lang="en-US" sz="1800" dirty="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800" baseline="0" dirty="0">
                <a:latin typeface="Aptos"/>
                <a:ea typeface="Arial"/>
                <a:cs typeface="Arial"/>
              </a:rPr>
              <a:t>Reduced Order Model</a:t>
            </a:r>
            <a:r>
              <a:rPr lang="en-US" sz="1800" dirty="0">
                <a:latin typeface="Aptos"/>
                <a:ea typeface="Arial"/>
                <a:cs typeface="Arial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1800" baseline="0" dirty="0">
                <a:latin typeface="Aptos"/>
                <a:ea typeface="Arial"/>
                <a:cs typeface="Arial"/>
              </a:rPr>
              <a:t>How the ROM was created (POD, CSD)</a:t>
            </a:r>
            <a:r>
              <a:rPr lang="en-US" sz="1800" dirty="0">
                <a:latin typeface="Aptos"/>
                <a:ea typeface="Arial"/>
                <a:cs typeface="Arial"/>
              </a:rPr>
              <a:t>​</a:t>
            </a:r>
          </a:p>
          <a:p>
            <a:pPr marL="1200150" lvl="2" indent="-285750" rtl="0">
              <a:buFont typeface="Arial,Sans-Serif"/>
              <a:buChar char="•"/>
            </a:pPr>
            <a:r>
              <a:rPr lang="en-US" sz="1800" baseline="0" dirty="0">
                <a:latin typeface="Aptos"/>
                <a:ea typeface="Arial"/>
                <a:cs typeface="Arial"/>
              </a:rPr>
              <a:t>See step 1-5 in "Predictive and stochastic reduced-order</a:t>
            </a:r>
            <a:r>
              <a:rPr lang="en-US" sz="1800" dirty="0">
                <a:latin typeface="Aptos"/>
                <a:ea typeface="Arial"/>
                <a:cs typeface="Arial"/>
              </a:rPr>
              <a:t>​</a:t>
            </a:r>
            <a:br>
              <a:rPr lang="en-US" sz="1800" dirty="0">
                <a:latin typeface="Aptos"/>
                <a:ea typeface="Arial"/>
                <a:cs typeface="Arial"/>
              </a:rPr>
            </a:br>
            <a:r>
              <a:rPr lang="en-US" sz="1800" baseline="0" dirty="0">
                <a:latin typeface="Aptos"/>
                <a:ea typeface="Arial"/>
                <a:cs typeface="Arial"/>
              </a:rPr>
              <a:t>modeling of wind turbine wake dynamics"</a:t>
            </a:r>
            <a:r>
              <a:rPr lang="en-US" sz="1800" dirty="0">
                <a:latin typeface="Aptos"/>
                <a:ea typeface="Arial"/>
                <a:cs typeface="Arial"/>
              </a:rPr>
              <a:t>​</a:t>
            </a:r>
          </a:p>
          <a:p>
            <a:pPr rtl="0"/>
            <a:r>
              <a:rPr lang="en-US" sz="1800" b="1" baseline="0" dirty="0">
                <a:latin typeface="Aptos"/>
                <a:ea typeface="Segoe UI"/>
                <a:cs typeface="Segoe UI"/>
              </a:rPr>
              <a:t>Validation:</a:t>
            </a:r>
            <a:r>
              <a:rPr lang="en-US" sz="1800" dirty="0">
                <a:latin typeface="Aptos"/>
                <a:ea typeface="Segoe UI"/>
                <a:cs typeface="Segoe UI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800" baseline="0" dirty="0">
                <a:latin typeface="Aptos"/>
                <a:ea typeface="Arial"/>
                <a:cs typeface="Arial"/>
              </a:rPr>
              <a:t>Comparison of the two models:</a:t>
            </a:r>
            <a:r>
              <a:rPr lang="en-US" sz="1800" dirty="0">
                <a:latin typeface="Aptos"/>
                <a:ea typeface="Arial"/>
                <a:cs typeface="Arial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1800" baseline="0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What are the advantages of respectively Buckingham-Pi and ROM</a:t>
            </a:r>
            <a:r>
              <a:rPr lang="en-US" sz="1800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1800" baseline="0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Where does the "old-school" method fail? Usually is the parametric model bad at capturing wakes</a:t>
            </a:r>
            <a:r>
              <a:rPr lang="en-US" sz="1800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​?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1800" baseline="0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How </a:t>
            </a:r>
            <a:r>
              <a:rPr lang="en-US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useful</a:t>
            </a:r>
            <a:r>
              <a:rPr lang="en-US" sz="1800" baseline="0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 is this to Trackman</a:t>
            </a:r>
            <a:r>
              <a:rPr lang="en-US" sz="1800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​</a:t>
            </a:r>
            <a:r>
              <a:rPr lang="en-US" dirty="0">
                <a:highlight>
                  <a:srgbClr val="FFFF00"/>
                </a:highlight>
                <a:latin typeface="Aptos"/>
                <a:ea typeface="Arial"/>
                <a:cs typeface="Arial"/>
              </a:rPr>
              <a:t>?</a:t>
            </a:r>
            <a:endParaRPr lang="en-US" sz="1800" dirty="0">
              <a:highlight>
                <a:srgbClr val="FFFF00"/>
              </a:highlight>
              <a:latin typeface="Aptos"/>
              <a:ea typeface="Arial"/>
              <a:cs typeface="Arial"/>
            </a:endParaRPr>
          </a:p>
          <a:p>
            <a:pPr rtl="0"/>
            <a:r>
              <a:rPr lang="en-US" sz="1800" dirty="0"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3E248833-0BD3-4C0C-CAEF-9F0AAFCE7AE4}"/>
              </a:ext>
            </a:extLst>
          </p:cNvPr>
          <p:cNvSpPr txBox="1">
            <a:spLocks/>
          </p:cNvSpPr>
          <p:nvPr/>
        </p:nvSpPr>
        <p:spPr>
          <a:xfrm>
            <a:off x="213360" y="281412"/>
            <a:ext cx="1176528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300" b="1" dirty="0">
                <a:solidFill>
                  <a:schemeClr val="bg1"/>
                </a:solidFill>
              </a:rPr>
              <a:t>Status update: Structure                                                2/5</a:t>
            </a:r>
          </a:p>
        </p:txBody>
      </p:sp>
    </p:spTree>
    <p:extLst>
      <p:ext uri="{BB962C8B-B14F-4D97-AF65-F5344CB8AC3E}">
        <p14:creationId xmlns:p14="http://schemas.microsoft.com/office/powerpoint/2010/main" val="1152423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E03F1-D0EA-1ACB-9110-C42C489FB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68317629-DD7A-F469-D6CA-D7B26384ABA8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8341BC7-191F-C1A2-FB74-645441FAA7E3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BCE7E236-7D04-9C09-440F-B8C90C379117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B8419DC4-0861-4D57-8713-61470E7991B2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9D505FF8-C132-6DD7-24E3-5E610B88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4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C5C9DB93-828F-EF2C-93F1-DD3B8B078D72}"/>
              </a:ext>
            </a:extLst>
          </p:cNvPr>
          <p:cNvSpPr txBox="1"/>
          <p:nvPr/>
        </p:nvSpPr>
        <p:spPr>
          <a:xfrm>
            <a:off x="3025877" y="3271372"/>
            <a:ext cx="6110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/>
          </a:p>
        </p:txBody>
      </p:sp>
      <p:pic>
        <p:nvPicPr>
          <p:cNvPr id="16" name="Billede 15" descr="Et billede, der indeholder tekst, skærmbillede, Font/skrifttype, linje/række&#10;&#10;AI-genereret indhold kan være ukorrekt.">
            <a:extLst>
              <a:ext uri="{FF2B5EF4-FFF2-40B4-BE49-F238E27FC236}">
                <a16:creationId xmlns:a16="http://schemas.microsoft.com/office/drawing/2014/main" id="{BF089AB2-6BF0-7965-2007-59D05976C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6" y="988003"/>
            <a:ext cx="5469082" cy="1591541"/>
          </a:xfrm>
          <a:prstGeom prst="rect">
            <a:avLst/>
          </a:prstGeom>
        </p:spPr>
      </p:pic>
      <p:pic>
        <p:nvPicPr>
          <p:cNvPr id="17" name="Billede 16" descr="Et billede, der indeholder skitse, design, kube/terning&#10;&#10;AI-genereret indhold kan være ukorrekt.">
            <a:extLst>
              <a:ext uri="{FF2B5EF4-FFF2-40B4-BE49-F238E27FC236}">
                <a16:creationId xmlns:a16="http://schemas.microsoft.com/office/drawing/2014/main" id="{10BEEF49-BBEE-48AF-61D2-9D3859F9F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990" y="1159452"/>
            <a:ext cx="5098473" cy="5010150"/>
          </a:xfrm>
          <a:prstGeom prst="rect">
            <a:avLst/>
          </a:prstGeom>
        </p:spPr>
      </p:pic>
      <p:pic>
        <p:nvPicPr>
          <p:cNvPr id="18" name="Billede 17" descr="Et billede, der indeholder tekst, Font/skrifttype, skærmbillede, nummer/tal&#10;&#10;AI-genereret indhold kan være ukorrekt.">
            <a:extLst>
              <a:ext uri="{FF2B5EF4-FFF2-40B4-BE49-F238E27FC236}">
                <a16:creationId xmlns:a16="http://schemas.microsoft.com/office/drawing/2014/main" id="{3FB7C070-0F0F-E7E5-5319-97D82DE1F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527" y="2730211"/>
            <a:ext cx="5708073" cy="1459923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CD49304-027A-9C3B-2961-483C993043CF}"/>
              </a:ext>
            </a:extLst>
          </p:cNvPr>
          <p:cNvSpPr txBox="1">
            <a:spLocks/>
          </p:cNvSpPr>
          <p:nvPr/>
        </p:nvSpPr>
        <p:spPr>
          <a:xfrm>
            <a:off x="213360" y="281412"/>
            <a:ext cx="1176528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solidFill>
                  <a:schemeClr val="bg1"/>
                </a:solidFill>
              </a:rPr>
              <a:t>Status update: Bonus                                                       3/5</a:t>
            </a:r>
          </a:p>
        </p:txBody>
      </p:sp>
    </p:spTree>
    <p:extLst>
      <p:ext uri="{BB962C8B-B14F-4D97-AF65-F5344CB8AC3E}">
        <p14:creationId xmlns:p14="http://schemas.microsoft.com/office/powerpoint/2010/main" val="30741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B4006A-B13B-8925-D80D-1E16D28AE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C74A80EF-4371-D182-8682-04EFED3C99B9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44CACBB-A7C6-8A81-E8F1-615F3EE980DA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BEF3C873-CB4A-6467-4794-538016B02971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A53E560-3796-2AB7-D688-5DF2B0BBB2FF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DC025741-5448-6B1A-8E10-A3501BBB4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5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1978C75F-50A4-B174-4FAD-E24496EBF379}"/>
              </a:ext>
            </a:extLst>
          </p:cNvPr>
          <p:cNvSpPr txBox="1"/>
          <p:nvPr/>
        </p:nvSpPr>
        <p:spPr>
          <a:xfrm>
            <a:off x="3025877" y="3271372"/>
            <a:ext cx="6110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/>
          </a:p>
        </p:txBody>
      </p:sp>
      <p:pic>
        <p:nvPicPr>
          <p:cNvPr id="14" name="Billede 13" descr="Et billede, der indeholder tekst, skærmbillede, Farverigt, diagram&#10;&#10;AI-genereret indhold kan være ukorrekt.">
            <a:extLst>
              <a:ext uri="{FF2B5EF4-FFF2-40B4-BE49-F238E27FC236}">
                <a16:creationId xmlns:a16="http://schemas.microsoft.com/office/drawing/2014/main" id="{BA780A8F-CCD2-EFBA-C8AB-605671FA0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902" y="1025236"/>
            <a:ext cx="6627269" cy="5119255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318F8C30-C7B6-F81E-1209-63DE04535FD0}"/>
              </a:ext>
            </a:extLst>
          </p:cNvPr>
          <p:cNvSpPr txBox="1">
            <a:spLocks/>
          </p:cNvSpPr>
          <p:nvPr/>
        </p:nvSpPr>
        <p:spPr>
          <a:xfrm>
            <a:off x="213360" y="281412"/>
            <a:ext cx="1176528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solidFill>
                  <a:schemeClr val="bg1"/>
                </a:solidFill>
              </a:rPr>
              <a:t>Status update: Bonus                                                       4/5</a:t>
            </a:r>
          </a:p>
        </p:txBody>
      </p:sp>
    </p:spTree>
    <p:extLst>
      <p:ext uri="{BB962C8B-B14F-4D97-AF65-F5344CB8AC3E}">
        <p14:creationId xmlns:p14="http://schemas.microsoft.com/office/powerpoint/2010/main" val="133894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E8902-A7F6-7511-366F-AE24EEC69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951BF27E-FD8B-B4E7-5B60-917348E34106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0C4E271-FD0C-76B6-386B-628C2C674F9A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38D7BE72-89EF-15F9-BFAF-1086EE11B491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8DD2F69D-7BD8-272D-7879-A9FEFCCF5BE1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D8FFBBAA-3025-03E5-F22C-1992C57E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6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EAF64EAF-150D-5659-A080-7F453AD768AB}"/>
              </a:ext>
            </a:extLst>
          </p:cNvPr>
          <p:cNvSpPr txBox="1"/>
          <p:nvPr/>
        </p:nvSpPr>
        <p:spPr>
          <a:xfrm>
            <a:off x="3025877" y="3271372"/>
            <a:ext cx="6110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/>
          </a:p>
        </p:txBody>
      </p:sp>
      <p:pic>
        <p:nvPicPr>
          <p:cNvPr id="15" name="Billede 14" descr="Et billede, der indeholder tekst, skærmbillede, linje/række, Kurve&#10;&#10;AI-genereret indhold kan være ukorrekt.">
            <a:extLst>
              <a:ext uri="{FF2B5EF4-FFF2-40B4-BE49-F238E27FC236}">
                <a16:creationId xmlns:a16="http://schemas.microsoft.com/office/drawing/2014/main" id="{074E1D64-D45C-B862-6BDF-C870504BD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333" y="1110529"/>
            <a:ext cx="9198553" cy="5059507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A5405A34-46B2-5EEB-D8AA-B54B35B18FE9}"/>
              </a:ext>
            </a:extLst>
          </p:cNvPr>
          <p:cNvSpPr txBox="1">
            <a:spLocks/>
          </p:cNvSpPr>
          <p:nvPr/>
        </p:nvSpPr>
        <p:spPr>
          <a:xfrm>
            <a:off x="213360" y="281412"/>
            <a:ext cx="1176528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solidFill>
                  <a:schemeClr val="bg1"/>
                </a:solidFill>
              </a:rPr>
              <a:t>Status update: Bonus                                                       5/5</a:t>
            </a:r>
          </a:p>
        </p:txBody>
      </p:sp>
    </p:spTree>
    <p:extLst>
      <p:ext uri="{BB962C8B-B14F-4D97-AF65-F5344CB8AC3E}">
        <p14:creationId xmlns:p14="http://schemas.microsoft.com/office/powerpoint/2010/main" val="60033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12847B99347FF4083334DC9135B7BA4" ma:contentTypeVersion="3" ma:contentTypeDescription="Opret et nyt dokument." ma:contentTypeScope="" ma:versionID="1a786b5c107794d200a9d3bcaa41f2c4">
  <xsd:schema xmlns:xsd="http://www.w3.org/2001/XMLSchema" xmlns:xs="http://www.w3.org/2001/XMLSchema" xmlns:p="http://schemas.microsoft.com/office/2006/metadata/properties" xmlns:ns2="e96c79e5-61d3-4198-a281-6c3eb0006017" targetNamespace="http://schemas.microsoft.com/office/2006/metadata/properties" ma:root="true" ma:fieldsID="196022ccb88252a9af80d479eff89362" ns2:_="">
    <xsd:import namespace="e96c79e5-61d3-4198-a281-6c3eb00060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c79e5-61d3-4198-a281-6c3eb00060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F8528A-EB0F-494F-AC92-C8DAF21C688A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e96c79e5-61d3-4198-a281-6c3eb0006017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30616D5-3EEA-47E7-9E4B-D08F23AF60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00B931-8A2D-411D-96B4-9DDF2F5F4796}">
  <ds:schemaRefs>
    <ds:schemaRef ds:uri="e96c79e5-61d3-4198-a281-6c3eb00060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46050 Group 3 - P2</Template>
  <TotalTime>0</TotalTime>
  <Words>362</Words>
  <Application>Microsoft Office PowerPoint</Application>
  <PresentationFormat>Widescreen</PresentationFormat>
  <Paragraphs>77</Paragraphs>
  <Slides>6</Slides>
  <Notes>6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Arial,Sans-Serif</vt:lpstr>
      <vt:lpstr>Cambria Math</vt:lpstr>
      <vt:lpstr>Office-tema</vt:lpstr>
      <vt:lpstr> Working title:  CFD and ROM of Flow  over a Golf Court</vt:lpstr>
      <vt:lpstr>Status update: Theory                                                      1/5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Alfred Pedersen</dc:creator>
  <cp:lastModifiedBy>Jens Alfred</cp:lastModifiedBy>
  <cp:revision>33</cp:revision>
  <dcterms:created xsi:type="dcterms:W3CDTF">2026-03-11T06:29:48Z</dcterms:created>
  <dcterms:modified xsi:type="dcterms:W3CDTF">2026-03-17T07:06:22Z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0x010100C12847B99347FF4083334DC9135B7BA4</vt:lpwstr>
  </property>
</Properties>
</file>