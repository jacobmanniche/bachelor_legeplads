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93" r:id="rId5"/>
    <p:sldId id="299" r:id="rId6"/>
    <p:sldId id="306" r:id="rId7"/>
    <p:sldId id="300" r:id="rId8"/>
    <p:sldId id="301" r:id="rId9"/>
    <p:sldId id="302" r:id="rId10"/>
    <p:sldId id="303" r:id="rId11"/>
    <p:sldId id="304" r:id="rId12"/>
    <p:sldId id="307" r:id="rId1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9DC"/>
    <a:srgbClr val="3655A6"/>
    <a:srgbClr val="3B5EB7"/>
    <a:srgbClr val="2C4688"/>
    <a:srgbClr val="326063"/>
    <a:srgbClr val="68A68E"/>
    <a:srgbClr val="ABCCC0"/>
    <a:srgbClr val="4D836E"/>
    <a:srgbClr val="EEF2F2"/>
    <a:srgbClr val="D0E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007AA8-9296-1CAE-4A14-53D43BDBCC67}" v="1" dt="2026-03-17T06:54:09.556"/>
    <p1510:client id="{590EA76A-F1F8-E68F-B867-22E1022DA55B}" v="10" dt="2026-03-16T13:29:34.468"/>
    <p1510:client id="{5C3AFC28-4921-8D4F-4E4F-3E5891D921B9}" v="1" dt="2026-03-16T12:41:16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s Alfred Pedersen" userId="S::s230869@dtu.dk::bcca11ee-19e3-439b-8f05-48763e2a5f23" providerId="AD" clId="Web-{8C059308-33E9-0AB2-D87A-BCF092BD3CFF}"/>
    <pc:docChg chg="addSld modSld">
      <pc:chgData name="Jens Alfred Pedersen" userId="S::s230869@dtu.dk::bcca11ee-19e3-439b-8f05-48763e2a5f23" providerId="AD" clId="Web-{8C059308-33E9-0AB2-D87A-BCF092BD3CFF}" dt="2026-03-11T09:26:55.005" v="220" actId="20577"/>
      <pc:docMkLst>
        <pc:docMk/>
      </pc:docMkLst>
      <pc:sldChg chg="delSp modSp add replId">
        <pc:chgData name="Jens Alfred Pedersen" userId="S::s230869@dtu.dk::bcca11ee-19e3-439b-8f05-48763e2a5f23" providerId="AD" clId="Web-{8C059308-33E9-0AB2-D87A-BCF092BD3CFF}" dt="2026-03-11T08:29:35.596" v="19"/>
        <pc:sldMkLst>
          <pc:docMk/>
          <pc:sldMk cId="3620794665" sldId="303"/>
        </pc:sldMkLst>
        <pc:spChg chg="mod">
          <ac:chgData name="Jens Alfred Pedersen" userId="S::s230869@dtu.dk::bcca11ee-19e3-439b-8f05-48763e2a5f23" providerId="AD" clId="Web-{8C059308-33E9-0AB2-D87A-BCF092BD3CFF}" dt="2026-03-11T08:28:06.716" v="18" actId="20577"/>
          <ac:spMkLst>
            <pc:docMk/>
            <pc:sldMk cId="3620794665" sldId="303"/>
            <ac:spMk id="2" creationId="{23D2EBE3-1995-1735-3A01-139E763ABEBE}"/>
          </ac:spMkLst>
        </pc:spChg>
      </pc:sldChg>
      <pc:sldChg chg="addSp delSp modSp add replId">
        <pc:chgData name="Jens Alfred Pedersen" userId="S::s230869@dtu.dk::bcca11ee-19e3-439b-8f05-48763e2a5f23" providerId="AD" clId="Web-{8C059308-33E9-0AB2-D87A-BCF092BD3CFF}" dt="2026-03-11T09:26:55.005" v="220" actId="20577"/>
        <pc:sldMkLst>
          <pc:docMk/>
          <pc:sldMk cId="1782730151" sldId="304"/>
        </pc:sldMkLst>
        <pc:spChg chg="add mod">
          <ac:chgData name="Jens Alfred Pedersen" userId="S::s230869@dtu.dk::bcca11ee-19e3-439b-8f05-48763e2a5f23" providerId="AD" clId="Web-{8C059308-33E9-0AB2-D87A-BCF092BD3CFF}" dt="2026-03-11T09:26:55.005" v="220" actId="20577"/>
          <ac:spMkLst>
            <pc:docMk/>
            <pc:sldMk cId="1782730151" sldId="304"/>
            <ac:spMk id="3" creationId="{833C44A9-5F2A-21D6-E706-CA7701499FC8}"/>
          </ac:spMkLst>
        </pc:spChg>
      </pc:sldChg>
    </pc:docChg>
  </pc:docChgLst>
  <pc:docChgLst>
    <pc:chgData name="Jens Alfred Pedersen" userId="S::s230869@dtu.dk::bcca11ee-19e3-439b-8f05-48763e2a5f23" providerId="AD" clId="Web-{5C3AFC28-4921-8D4F-4E4F-3E5891D921B9}"/>
    <pc:docChg chg="sldOrd">
      <pc:chgData name="Jens Alfred Pedersen" userId="S::s230869@dtu.dk::bcca11ee-19e3-439b-8f05-48763e2a5f23" providerId="AD" clId="Web-{5C3AFC28-4921-8D4F-4E4F-3E5891D921B9}" dt="2026-03-16T12:41:16.031" v="0"/>
      <pc:docMkLst>
        <pc:docMk/>
      </pc:docMkLst>
      <pc:sldChg chg="ord">
        <pc:chgData name="Jens Alfred Pedersen" userId="S::s230869@dtu.dk::bcca11ee-19e3-439b-8f05-48763e2a5f23" providerId="AD" clId="Web-{5C3AFC28-4921-8D4F-4E4F-3E5891D921B9}" dt="2026-03-16T12:41:16.031" v="0"/>
        <pc:sldMkLst>
          <pc:docMk/>
          <pc:sldMk cId="1549851632" sldId="299"/>
        </pc:sldMkLst>
      </pc:sldChg>
    </pc:docChg>
  </pc:docChgLst>
  <pc:docChgLst>
    <pc:chgData name="Jacob Manniche" userId="1ca2ec3f-18cf-4f16-911a-5a58a6928b10" providerId="ADAL" clId="{CA4C69E0-150A-42E0-ADEA-BC66185350E5}"/>
    <pc:docChg chg="undo custSel addSld delSld modSld sldOrd">
      <pc:chgData name="Jacob Manniche" userId="1ca2ec3f-18cf-4f16-911a-5a58a6928b10" providerId="ADAL" clId="{CA4C69E0-150A-42E0-ADEA-BC66185350E5}" dt="2026-03-11T15:30:29.216" v="1640" actId="20577"/>
      <pc:docMkLst>
        <pc:docMk/>
      </pc:docMkLst>
      <pc:sldChg chg="modSp mod">
        <pc:chgData name="Jacob Manniche" userId="1ca2ec3f-18cf-4f16-911a-5a58a6928b10" providerId="ADAL" clId="{CA4C69E0-150A-42E0-ADEA-BC66185350E5}" dt="2026-03-11T13:58:10.372" v="560" actId="20577"/>
        <pc:sldMkLst>
          <pc:docMk/>
          <pc:sldMk cId="1549851632" sldId="299"/>
        </pc:sldMkLst>
        <pc:spChg chg="mod">
          <ac:chgData name="Jacob Manniche" userId="1ca2ec3f-18cf-4f16-911a-5a58a6928b10" providerId="ADAL" clId="{CA4C69E0-150A-42E0-ADEA-BC66185350E5}" dt="2026-03-11T13:58:10.372" v="560" actId="20577"/>
          <ac:spMkLst>
            <pc:docMk/>
            <pc:sldMk cId="1549851632" sldId="299"/>
            <ac:spMk id="7" creationId="{88B12132-A438-3CE0-BCC8-D9B0BA9E8439}"/>
          </ac:spMkLst>
        </pc:spChg>
      </pc:sldChg>
      <pc:sldChg chg="modSp mod">
        <pc:chgData name="Jacob Manniche" userId="1ca2ec3f-18cf-4f16-911a-5a58a6928b10" providerId="ADAL" clId="{CA4C69E0-150A-42E0-ADEA-BC66185350E5}" dt="2026-03-11T14:29:40.825" v="1075" actId="20577"/>
        <pc:sldMkLst>
          <pc:docMk/>
          <pc:sldMk cId="3558898643" sldId="300"/>
        </pc:sldMkLst>
        <pc:spChg chg="mod">
          <ac:chgData name="Jacob Manniche" userId="1ca2ec3f-18cf-4f16-911a-5a58a6928b10" providerId="ADAL" clId="{CA4C69E0-150A-42E0-ADEA-BC66185350E5}" dt="2026-03-11T14:29:40.825" v="1075" actId="20577"/>
          <ac:spMkLst>
            <pc:docMk/>
            <pc:sldMk cId="3558898643" sldId="300"/>
            <ac:spMk id="7" creationId="{75714221-D597-CD1C-C98C-F540E002B6A1}"/>
          </ac:spMkLst>
        </pc:spChg>
      </pc:sldChg>
      <pc:sldChg chg="addSp delSp modSp mod">
        <pc:chgData name="Jacob Manniche" userId="1ca2ec3f-18cf-4f16-911a-5a58a6928b10" providerId="ADAL" clId="{CA4C69E0-150A-42E0-ADEA-BC66185350E5}" dt="2026-03-11T15:30:29.216" v="1640" actId="20577"/>
        <pc:sldMkLst>
          <pc:docMk/>
          <pc:sldMk cId="3620794665" sldId="303"/>
        </pc:sldMkLst>
        <pc:spChg chg="mod">
          <ac:chgData name="Jacob Manniche" userId="1ca2ec3f-18cf-4f16-911a-5a58a6928b10" providerId="ADAL" clId="{CA4C69E0-150A-42E0-ADEA-BC66185350E5}" dt="2026-03-11T14:03:50.418" v="901" actId="20577"/>
          <ac:spMkLst>
            <pc:docMk/>
            <pc:sldMk cId="3620794665" sldId="303"/>
            <ac:spMk id="3" creationId="{6BDA7221-3878-8307-D237-3A68F0C87CD0}"/>
          </ac:spMkLst>
        </pc:spChg>
        <pc:spChg chg="add mod">
          <ac:chgData name="Jacob Manniche" userId="1ca2ec3f-18cf-4f16-911a-5a58a6928b10" providerId="ADAL" clId="{CA4C69E0-150A-42E0-ADEA-BC66185350E5}" dt="2026-03-11T14:53:27.804" v="1282" actId="20577"/>
          <ac:spMkLst>
            <pc:docMk/>
            <pc:sldMk cId="3620794665" sldId="303"/>
            <ac:spMk id="4" creationId="{C9572AF2-634D-84E8-8770-E31039C4E93C}"/>
          </ac:spMkLst>
        </pc:spChg>
        <pc:spChg chg="add mod">
          <ac:chgData name="Jacob Manniche" userId="1ca2ec3f-18cf-4f16-911a-5a58a6928b10" providerId="ADAL" clId="{CA4C69E0-150A-42E0-ADEA-BC66185350E5}" dt="2026-03-11T14:47:32.513" v="1210" actId="20577"/>
          <ac:spMkLst>
            <pc:docMk/>
            <pc:sldMk cId="3620794665" sldId="303"/>
            <ac:spMk id="14" creationId="{D197F7B7-ED96-58FA-BFBF-37C1CB9B8AF5}"/>
          </ac:spMkLst>
        </pc:spChg>
        <pc:spChg chg="mod">
          <ac:chgData name="Jacob Manniche" userId="1ca2ec3f-18cf-4f16-911a-5a58a6928b10" providerId="ADAL" clId="{CA4C69E0-150A-42E0-ADEA-BC66185350E5}" dt="2026-03-11T15:08:10.518" v="1543" actId="20577"/>
          <ac:spMkLst>
            <pc:docMk/>
            <pc:sldMk cId="3620794665" sldId="303"/>
            <ac:spMk id="19" creationId="{A462E53E-EC10-BCC5-7079-DE71A54A7882}"/>
          </ac:spMkLst>
        </pc:spChg>
        <pc:spChg chg="mod">
          <ac:chgData name="Jacob Manniche" userId="1ca2ec3f-18cf-4f16-911a-5a58a6928b10" providerId="ADAL" clId="{CA4C69E0-150A-42E0-ADEA-BC66185350E5}" dt="2026-03-11T14:54:48.728" v="1285" actId="20577"/>
          <ac:spMkLst>
            <pc:docMk/>
            <pc:sldMk cId="3620794665" sldId="303"/>
            <ac:spMk id="26" creationId="{55162BAE-B676-A5C5-29FA-A4DFA7363200}"/>
          </ac:spMkLst>
        </pc:spChg>
        <pc:spChg chg="mod">
          <ac:chgData name="Jacob Manniche" userId="1ca2ec3f-18cf-4f16-911a-5a58a6928b10" providerId="ADAL" clId="{CA4C69E0-150A-42E0-ADEA-BC66185350E5}" dt="2026-03-11T15:30:29.216" v="1640" actId="20577"/>
          <ac:spMkLst>
            <pc:docMk/>
            <pc:sldMk cId="3620794665" sldId="303"/>
            <ac:spMk id="30" creationId="{B4E58630-CBEA-0041-970F-7D9A71DA1CF5}"/>
          </ac:spMkLst>
        </pc:spChg>
      </pc:sldChg>
      <pc:sldChg chg="modSp mod">
        <pc:chgData name="Jacob Manniche" userId="1ca2ec3f-18cf-4f16-911a-5a58a6928b10" providerId="ADAL" clId="{CA4C69E0-150A-42E0-ADEA-BC66185350E5}" dt="2026-03-11T15:29:03.357" v="1551" actId="20577"/>
        <pc:sldMkLst>
          <pc:docMk/>
          <pc:sldMk cId="1782730151" sldId="304"/>
        </pc:sldMkLst>
        <pc:spChg chg="mod">
          <ac:chgData name="Jacob Manniche" userId="1ca2ec3f-18cf-4f16-911a-5a58a6928b10" providerId="ADAL" clId="{CA4C69E0-150A-42E0-ADEA-BC66185350E5}" dt="2026-03-11T15:29:03.357" v="1551" actId="20577"/>
          <ac:spMkLst>
            <pc:docMk/>
            <pc:sldMk cId="1782730151" sldId="304"/>
            <ac:spMk id="3" creationId="{833C44A9-5F2A-21D6-E706-CA7701499FC8}"/>
          </ac:spMkLst>
        </pc:spChg>
      </pc:sldChg>
      <pc:sldChg chg="modSp mod">
        <pc:chgData name="Jacob Manniche" userId="1ca2ec3f-18cf-4f16-911a-5a58a6928b10" providerId="ADAL" clId="{CA4C69E0-150A-42E0-ADEA-BC66185350E5}" dt="2026-03-11T14:46:12.295" v="1128" actId="20577"/>
        <pc:sldMkLst>
          <pc:docMk/>
          <pc:sldMk cId="2013188104" sldId="306"/>
        </pc:sldMkLst>
        <pc:spChg chg="mod">
          <ac:chgData name="Jacob Manniche" userId="1ca2ec3f-18cf-4f16-911a-5a58a6928b10" providerId="ADAL" clId="{CA4C69E0-150A-42E0-ADEA-BC66185350E5}" dt="2026-03-11T14:46:12.295" v="1128" actId="20577"/>
          <ac:spMkLst>
            <pc:docMk/>
            <pc:sldMk cId="2013188104" sldId="306"/>
            <ac:spMk id="7" creationId="{D9BF504A-67CD-81AB-7225-A966697DA65E}"/>
          </ac:spMkLst>
        </pc:spChg>
      </pc:sldChg>
    </pc:docChg>
  </pc:docChgLst>
  <pc:docChgLst>
    <pc:chgData name="Jens Alfred Pedersen" userId="S::s230869@dtu.dk::bcca11ee-19e3-439b-8f05-48763e2a5f23" providerId="AD" clId="Web-{1807EF38-2FA2-32A1-0B23-0190F3A76F41}"/>
    <pc:docChg chg="modSld">
      <pc:chgData name="Jens Alfred Pedersen" userId="S::s230869@dtu.dk::bcca11ee-19e3-439b-8f05-48763e2a5f23" providerId="AD" clId="Web-{1807EF38-2FA2-32A1-0B23-0190F3A76F41}" dt="2026-03-11T13:36:01.292" v="145" actId="20577"/>
      <pc:docMkLst>
        <pc:docMk/>
      </pc:docMkLst>
      <pc:sldChg chg="modSp">
        <pc:chgData name="Jens Alfred Pedersen" userId="S::s230869@dtu.dk::bcca11ee-19e3-439b-8f05-48763e2a5f23" providerId="AD" clId="Web-{1807EF38-2FA2-32A1-0B23-0190F3A76F41}" dt="2026-03-11T13:36:01.292" v="145" actId="20577"/>
        <pc:sldMkLst>
          <pc:docMk/>
          <pc:sldMk cId="1549851632" sldId="299"/>
        </pc:sldMkLst>
        <pc:spChg chg="mod">
          <ac:chgData name="Jens Alfred Pedersen" userId="S::s230869@dtu.dk::bcca11ee-19e3-439b-8f05-48763e2a5f23" providerId="AD" clId="Web-{1807EF38-2FA2-32A1-0B23-0190F3A76F41}" dt="2026-03-11T13:36:01.292" v="145" actId="20577"/>
          <ac:spMkLst>
            <pc:docMk/>
            <pc:sldMk cId="1549851632" sldId="299"/>
            <ac:spMk id="7" creationId="{88B12132-A438-3CE0-BCC8-D9B0BA9E8439}"/>
          </ac:spMkLst>
        </pc:spChg>
      </pc:sldChg>
    </pc:docChg>
  </pc:docChgLst>
  <pc:docChgLst>
    <pc:chgData name="Jens Alfred Pedersen" userId="S::s230869@dtu.dk::bcca11ee-19e3-439b-8f05-48763e2a5f23" providerId="AD" clId="Web-{19C38EB2-9B09-3013-7F60-95C222252CA0}"/>
    <pc:docChg chg="addSld modSld">
      <pc:chgData name="Jens Alfred Pedersen" userId="S::s230869@dtu.dk::bcca11ee-19e3-439b-8f05-48763e2a5f23" providerId="AD" clId="Web-{19C38EB2-9B09-3013-7F60-95C222252CA0}" dt="2026-03-11T18:06:37.730" v="35" actId="1076"/>
      <pc:docMkLst>
        <pc:docMk/>
      </pc:docMkLst>
      <pc:sldChg chg="modSp">
        <pc:chgData name="Jens Alfred Pedersen" userId="S::s230869@dtu.dk::bcca11ee-19e3-439b-8f05-48763e2a5f23" providerId="AD" clId="Web-{19C38EB2-9B09-3013-7F60-95C222252CA0}" dt="2026-03-11T17:53:31.678" v="24" actId="20577"/>
        <pc:sldMkLst>
          <pc:docMk/>
          <pc:sldMk cId="1782730151" sldId="304"/>
        </pc:sldMkLst>
        <pc:spChg chg="mod">
          <ac:chgData name="Jens Alfred Pedersen" userId="S::s230869@dtu.dk::bcca11ee-19e3-439b-8f05-48763e2a5f23" providerId="AD" clId="Web-{19C38EB2-9B09-3013-7F60-95C222252CA0}" dt="2026-03-11T17:53:31.678" v="24" actId="20577"/>
          <ac:spMkLst>
            <pc:docMk/>
            <pc:sldMk cId="1782730151" sldId="304"/>
            <ac:spMk id="2" creationId="{B990C624-0274-BB00-2855-F6353F8411DD}"/>
          </ac:spMkLst>
        </pc:spChg>
      </pc:sldChg>
      <pc:sldChg chg="addSp delSp modSp add replId">
        <pc:chgData name="Jens Alfred Pedersen" userId="S::s230869@dtu.dk::bcca11ee-19e3-439b-8f05-48763e2a5f23" providerId="AD" clId="Web-{19C38EB2-9B09-3013-7F60-95C222252CA0}" dt="2026-03-11T18:06:37.730" v="35" actId="1076"/>
        <pc:sldMkLst>
          <pc:docMk/>
          <pc:sldMk cId="739299774" sldId="307"/>
        </pc:sldMkLst>
        <pc:spChg chg="mod">
          <ac:chgData name="Jens Alfred Pedersen" userId="S::s230869@dtu.dk::bcca11ee-19e3-439b-8f05-48763e2a5f23" providerId="AD" clId="Web-{19C38EB2-9B09-3013-7F60-95C222252CA0}" dt="2026-03-11T17:53:28.569" v="23" actId="20577"/>
          <ac:spMkLst>
            <pc:docMk/>
            <pc:sldMk cId="739299774" sldId="307"/>
            <ac:spMk id="2" creationId="{0E50E2CB-C5D7-A22C-F57F-82C327A83015}"/>
          </ac:spMkLst>
        </pc:spChg>
        <pc:picChg chg="add mod">
          <ac:chgData name="Jens Alfred Pedersen" userId="S::s230869@dtu.dk::bcca11ee-19e3-439b-8f05-48763e2a5f23" providerId="AD" clId="Web-{19C38EB2-9B09-3013-7F60-95C222252CA0}" dt="2026-03-11T18:06:37.730" v="35" actId="1076"/>
          <ac:picMkLst>
            <pc:docMk/>
            <pc:sldMk cId="739299774" sldId="307"/>
            <ac:picMk id="3" creationId="{3D1E6D7C-C2AD-6907-CB36-A00B2316D567}"/>
          </ac:picMkLst>
        </pc:picChg>
      </pc:sldChg>
    </pc:docChg>
  </pc:docChgLst>
  <pc:docChgLst>
    <pc:chgData name="Jens Alfred Pedersen" userId="S::s230869@dtu.dk::bcca11ee-19e3-439b-8f05-48763e2a5f23" providerId="AD" clId="Web-{2D007AA8-9296-1CAE-4A14-53D43BDBCC67}"/>
    <pc:docChg chg="sldOrd">
      <pc:chgData name="Jens Alfred Pedersen" userId="S::s230869@dtu.dk::bcca11ee-19e3-439b-8f05-48763e2a5f23" providerId="AD" clId="Web-{2D007AA8-9296-1CAE-4A14-53D43BDBCC67}" dt="2026-03-17T06:54:09.556" v="0"/>
      <pc:docMkLst>
        <pc:docMk/>
      </pc:docMkLst>
      <pc:sldChg chg="ord">
        <pc:chgData name="Jens Alfred Pedersen" userId="S::s230869@dtu.dk::bcca11ee-19e3-439b-8f05-48763e2a5f23" providerId="AD" clId="Web-{2D007AA8-9296-1CAE-4A14-53D43BDBCC67}" dt="2026-03-17T06:54:09.556" v="0"/>
        <pc:sldMkLst>
          <pc:docMk/>
          <pc:sldMk cId="2013188104" sldId="306"/>
        </pc:sldMkLst>
      </pc:sldChg>
    </pc:docChg>
  </pc:docChgLst>
  <pc:docChgLst>
    <pc:chgData name="Jens Alfred Pedersen" userId="S::s230869@dtu.dk::bcca11ee-19e3-439b-8f05-48763e2a5f23" providerId="AD" clId="Web-{B90796BA-A17F-0073-8498-0FB77BC000EC}"/>
    <pc:docChg chg="addSld modSld">
      <pc:chgData name="Jens Alfred Pedersen" userId="S::s230869@dtu.dk::bcca11ee-19e3-439b-8f05-48763e2a5f23" providerId="AD" clId="Web-{B90796BA-A17F-0073-8498-0FB77BC000EC}" dt="2026-03-12T06:54:44.192" v="566" actId="20577"/>
      <pc:docMkLst>
        <pc:docMk/>
      </pc:docMkLst>
      <pc:sldChg chg="modSp">
        <pc:chgData name="Jens Alfred Pedersen" userId="S::s230869@dtu.dk::bcca11ee-19e3-439b-8f05-48763e2a5f23" providerId="AD" clId="Web-{B90796BA-A17F-0073-8498-0FB77BC000EC}" dt="2026-03-12T06:51:09.249" v="475" actId="20577"/>
        <pc:sldMkLst>
          <pc:docMk/>
          <pc:sldMk cId="80341815" sldId="301"/>
        </pc:sldMkLst>
        <pc:spChg chg="mod">
          <ac:chgData name="Jens Alfred Pedersen" userId="S::s230869@dtu.dk::bcca11ee-19e3-439b-8f05-48763e2a5f23" providerId="AD" clId="Web-{B90796BA-A17F-0073-8498-0FB77BC000EC}" dt="2026-03-12T06:51:09.249" v="475" actId="20577"/>
          <ac:spMkLst>
            <pc:docMk/>
            <pc:sldMk cId="80341815" sldId="301"/>
            <ac:spMk id="10" creationId="{8210D2B3-A21B-1EBA-7A6F-BD6976E2A439}"/>
          </ac:spMkLst>
        </pc:spChg>
      </pc:sldChg>
      <pc:sldChg chg="modSp">
        <pc:chgData name="Jens Alfred Pedersen" userId="S::s230869@dtu.dk::bcca11ee-19e3-439b-8f05-48763e2a5f23" providerId="AD" clId="Web-{B90796BA-A17F-0073-8498-0FB77BC000EC}" dt="2026-03-12T06:53:24.393" v="489" actId="20577"/>
        <pc:sldMkLst>
          <pc:docMk/>
          <pc:sldMk cId="770918746" sldId="302"/>
        </pc:sldMkLst>
        <pc:spChg chg="mod">
          <ac:chgData name="Jens Alfred Pedersen" userId="S::s230869@dtu.dk::bcca11ee-19e3-439b-8f05-48763e2a5f23" providerId="AD" clId="Web-{B90796BA-A17F-0073-8498-0FB77BC000EC}" dt="2026-03-12T06:53:24.393" v="489" actId="20577"/>
          <ac:spMkLst>
            <pc:docMk/>
            <pc:sldMk cId="770918746" sldId="302"/>
            <ac:spMk id="10" creationId="{EE327069-949C-19ED-4FFD-E0288F52016E}"/>
          </ac:spMkLst>
        </pc:spChg>
      </pc:sldChg>
      <pc:sldChg chg="modSp">
        <pc:chgData name="Jens Alfred Pedersen" userId="S::s230869@dtu.dk::bcca11ee-19e3-439b-8f05-48763e2a5f23" providerId="AD" clId="Web-{B90796BA-A17F-0073-8498-0FB77BC000EC}" dt="2026-03-12T06:51:39.656" v="476" actId="20577"/>
        <pc:sldMkLst>
          <pc:docMk/>
          <pc:sldMk cId="3620794665" sldId="303"/>
        </pc:sldMkLst>
        <pc:spChg chg="mod">
          <ac:chgData name="Jens Alfred Pedersen" userId="S::s230869@dtu.dk::bcca11ee-19e3-439b-8f05-48763e2a5f23" providerId="AD" clId="Web-{B90796BA-A17F-0073-8498-0FB77BC000EC}" dt="2026-03-12T06:51:39.656" v="476" actId="20577"/>
          <ac:spMkLst>
            <pc:docMk/>
            <pc:sldMk cId="3620794665" sldId="303"/>
            <ac:spMk id="4" creationId="{C9572AF2-634D-84E8-8770-E31039C4E93C}"/>
          </ac:spMkLst>
        </pc:spChg>
        <pc:spChg chg="mod">
          <ac:chgData name="Jens Alfred Pedersen" userId="S::s230869@dtu.dk::bcca11ee-19e3-439b-8f05-48763e2a5f23" providerId="AD" clId="Web-{B90796BA-A17F-0073-8498-0FB77BC000EC}" dt="2026-03-12T06:40:32.884" v="2" actId="20577"/>
          <ac:spMkLst>
            <pc:docMk/>
            <pc:sldMk cId="3620794665" sldId="303"/>
            <ac:spMk id="19" creationId="{A462E53E-EC10-BCC5-7079-DE71A54A7882}"/>
          </ac:spMkLst>
        </pc:spChg>
      </pc:sldChg>
      <pc:sldChg chg="modSp">
        <pc:chgData name="Jens Alfred Pedersen" userId="S::s230869@dtu.dk::bcca11ee-19e3-439b-8f05-48763e2a5f23" providerId="AD" clId="Web-{B90796BA-A17F-0073-8498-0FB77BC000EC}" dt="2026-03-12T06:52:23.782" v="483" actId="20577"/>
        <pc:sldMkLst>
          <pc:docMk/>
          <pc:sldMk cId="1782730151" sldId="304"/>
        </pc:sldMkLst>
        <pc:spChg chg="mod">
          <ac:chgData name="Jens Alfred Pedersen" userId="S::s230869@dtu.dk::bcca11ee-19e3-439b-8f05-48763e2a5f23" providerId="AD" clId="Web-{B90796BA-A17F-0073-8498-0FB77BC000EC}" dt="2026-03-12T06:52:23.782" v="483" actId="20577"/>
          <ac:spMkLst>
            <pc:docMk/>
            <pc:sldMk cId="1782730151" sldId="304"/>
            <ac:spMk id="10" creationId="{6A631F6F-93F9-463D-D72D-59800C3A12C3}"/>
          </ac:spMkLst>
        </pc:spChg>
      </pc:sldChg>
    </pc:docChg>
  </pc:docChgLst>
  <pc:docChgLst>
    <pc:chgData name="Jens Alfred Pedersen" userId="bcca11ee-19e3-439b-8f05-48763e2a5f23" providerId="ADAL" clId="{32C752E2-A49F-49A6-89BF-5063FA87EE3B}"/>
    <pc:docChg chg="undo custSel addSld modSld sldOrd">
      <pc:chgData name="Jens Alfred Pedersen" userId="bcca11ee-19e3-439b-8f05-48763e2a5f23" providerId="ADAL" clId="{32C752E2-A49F-49A6-89BF-5063FA87EE3B}" dt="2026-03-11T15:29:36.770" v="6955" actId="1036"/>
      <pc:docMkLst>
        <pc:docMk/>
      </pc:docMkLst>
      <pc:sldChg chg="modSp mod">
        <pc:chgData name="Jens Alfred Pedersen" userId="bcca11ee-19e3-439b-8f05-48763e2a5f23" providerId="ADAL" clId="{32C752E2-A49F-49A6-89BF-5063FA87EE3B}" dt="2026-03-11T14:13:18.627" v="3827" actId="790"/>
        <pc:sldMkLst>
          <pc:docMk/>
          <pc:sldMk cId="379633757" sldId="293"/>
        </pc:sldMkLst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79633757" sldId="293"/>
            <ac:spMk id="4" creationId="{32566417-13F7-C252-C7EA-202A4DBC891F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79633757" sldId="293"/>
            <ac:spMk id="5" creationId="{C56A5920-B537-C091-61E5-42EA09F8D89C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79633757" sldId="293"/>
            <ac:spMk id="6" creationId="{C96A0BBB-BDA2-328E-E43F-B8A17B842215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79633757" sldId="293"/>
            <ac:spMk id="7" creationId="{57DD1288-530D-2107-76AC-2F6955790447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79633757" sldId="293"/>
            <ac:spMk id="8" creationId="{739CA70D-9BE0-0084-BAE1-3598C7B60C15}"/>
          </ac:spMkLst>
        </pc:spChg>
      </pc:sldChg>
      <pc:sldChg chg="modSp mod">
        <pc:chgData name="Jens Alfred Pedersen" userId="bcca11ee-19e3-439b-8f05-48763e2a5f23" providerId="ADAL" clId="{32C752E2-A49F-49A6-89BF-5063FA87EE3B}" dt="2026-03-11T14:13:18.627" v="3827" actId="790"/>
        <pc:sldMkLst>
          <pc:docMk/>
          <pc:sldMk cId="1549851632" sldId="299"/>
        </pc:sldMkLst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549851632" sldId="299"/>
            <ac:spMk id="2" creationId="{504D4136-E1D3-DBED-3A3E-86D0B5037D33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549851632" sldId="299"/>
            <ac:spMk id="4" creationId="{9F8A977D-ED09-EBC3-77C5-76ECAF35B9E9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549851632" sldId="299"/>
            <ac:spMk id="5" creationId="{C8BE6346-DCA9-0EFD-FE1C-499C5533C10C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549851632" sldId="299"/>
            <ac:spMk id="7" creationId="{88B12132-A438-3CE0-BCC8-D9B0BA9E8439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549851632" sldId="299"/>
            <ac:spMk id="8" creationId="{858FE483-3A65-E253-8BDE-AD879AFC03ED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549851632" sldId="299"/>
            <ac:spMk id="9" creationId="{E12999E5-8900-AF8B-6BC0-8913951ABFAB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549851632" sldId="299"/>
            <ac:spMk id="11" creationId="{F6EC0C2E-8B90-AE81-4474-7F020D200412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549851632" sldId="299"/>
            <ac:spMk id="12" creationId="{AD6472EA-C1EE-5BDB-B404-F8EC8002B23A}"/>
          </ac:spMkLst>
        </pc:spChg>
      </pc:sldChg>
      <pc:sldChg chg="modSp mod">
        <pc:chgData name="Jens Alfred Pedersen" userId="bcca11ee-19e3-439b-8f05-48763e2a5f23" providerId="ADAL" clId="{32C752E2-A49F-49A6-89BF-5063FA87EE3B}" dt="2026-03-11T14:32:29.183" v="4037" actId="20577"/>
        <pc:sldMkLst>
          <pc:docMk/>
          <pc:sldMk cId="3558898643" sldId="300"/>
        </pc:sldMkLst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558898643" sldId="300"/>
            <ac:spMk id="2" creationId="{A1B2E5EC-5DD0-C9F1-777E-1CC31834DD27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558898643" sldId="300"/>
            <ac:spMk id="4" creationId="{95289233-92B8-EDC9-E33C-98933B4C4930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558898643" sldId="300"/>
            <ac:spMk id="5" creationId="{DE203DC8-C26B-4318-FC24-227C9A5E1D73}"/>
          </ac:spMkLst>
        </pc:spChg>
        <pc:spChg chg="mod">
          <ac:chgData name="Jens Alfred Pedersen" userId="bcca11ee-19e3-439b-8f05-48763e2a5f23" providerId="ADAL" clId="{32C752E2-A49F-49A6-89BF-5063FA87EE3B}" dt="2026-03-11T14:32:29.183" v="4037" actId="20577"/>
          <ac:spMkLst>
            <pc:docMk/>
            <pc:sldMk cId="3558898643" sldId="300"/>
            <ac:spMk id="7" creationId="{75714221-D597-CD1C-C98C-F540E002B6A1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558898643" sldId="300"/>
            <ac:spMk id="8" creationId="{8B10E9A4-E469-A5D8-D99A-CE16CAF63274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558898643" sldId="300"/>
            <ac:spMk id="9" creationId="{AA580E1A-9A6A-1190-9E80-E2CDFBE15A06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558898643" sldId="300"/>
            <ac:spMk id="11" creationId="{CC2CB00C-85F5-C793-6262-F2127386B647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558898643" sldId="300"/>
            <ac:spMk id="12" creationId="{8468AC21-B7C0-FEF7-BAC4-21B4A2D6A130}"/>
          </ac:spMkLst>
        </pc:spChg>
      </pc:sldChg>
      <pc:sldChg chg="addSp delSp modSp mod">
        <pc:chgData name="Jens Alfred Pedersen" userId="bcca11ee-19e3-439b-8f05-48763e2a5f23" providerId="ADAL" clId="{32C752E2-A49F-49A6-89BF-5063FA87EE3B}" dt="2026-03-11T15:29:36.770" v="6955" actId="1036"/>
        <pc:sldMkLst>
          <pc:docMk/>
          <pc:sldMk cId="80341815" sldId="301"/>
        </pc:sldMkLst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80341815" sldId="301"/>
            <ac:spMk id="2" creationId="{955D10C7-50F6-6FB2-2B8F-D790E50B891F}"/>
          </ac:spMkLst>
        </pc:spChg>
        <pc:spChg chg="add mod">
          <ac:chgData name="Jens Alfred Pedersen" userId="bcca11ee-19e3-439b-8f05-48763e2a5f23" providerId="ADAL" clId="{32C752E2-A49F-49A6-89BF-5063FA87EE3B}" dt="2026-03-11T15:29:30.733" v="6935" actId="693"/>
          <ac:spMkLst>
            <pc:docMk/>
            <pc:sldMk cId="80341815" sldId="301"/>
            <ac:spMk id="4" creationId="{F2027B65-B3E4-6C8D-E971-B4AA49D40F06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80341815" sldId="301"/>
            <ac:spMk id="5" creationId="{C49DE484-F801-A869-214F-E6559EB71625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80341815" sldId="301"/>
            <ac:spMk id="8" creationId="{B03DE905-8C85-849D-E0A8-9A2926653828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80341815" sldId="301"/>
            <ac:spMk id="9" creationId="{80A54B77-D8C4-9974-C995-1BA46033DB6F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80341815" sldId="301"/>
            <ac:spMk id="10" creationId="{8210D2B3-A21B-1EBA-7A6F-BD6976E2A439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80341815" sldId="301"/>
            <ac:spMk id="11" creationId="{B4740BDA-182C-DBE5-D125-4891DA2B61DF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80341815" sldId="301"/>
            <ac:spMk id="12" creationId="{CB93F9BA-C43D-5CDC-2F82-350FD010C103}"/>
          </ac:spMkLst>
        </pc:spChg>
        <pc:spChg chg="mod">
          <ac:chgData name="Jens Alfred Pedersen" userId="bcca11ee-19e3-439b-8f05-48763e2a5f23" providerId="ADAL" clId="{32C752E2-A49F-49A6-89BF-5063FA87EE3B}" dt="2026-03-11T15:29:36.770" v="6955" actId="1036"/>
          <ac:spMkLst>
            <pc:docMk/>
            <pc:sldMk cId="80341815" sldId="301"/>
            <ac:spMk id="24" creationId="{067F7691-63F2-9D90-C7C5-F243FC2922BF}"/>
          </ac:spMkLst>
        </pc:spChg>
        <pc:inkChg chg="mod">
          <ac:chgData name="Jens Alfred Pedersen" userId="bcca11ee-19e3-439b-8f05-48763e2a5f23" providerId="ADAL" clId="{32C752E2-A49F-49A6-89BF-5063FA87EE3B}" dt="2026-03-11T15:29:36.770" v="6955" actId="1036"/>
          <ac:inkMkLst>
            <pc:docMk/>
            <pc:sldMk cId="80341815" sldId="301"/>
            <ac:inkMk id="26" creationId="{A13D4F7C-11AF-DC9B-6AA2-BF3FEDAACDB4}"/>
          </ac:inkMkLst>
        </pc:inkChg>
      </pc:sldChg>
      <pc:sldChg chg="modSp mod">
        <pc:chgData name="Jens Alfred Pedersen" userId="bcca11ee-19e3-439b-8f05-48763e2a5f23" providerId="ADAL" clId="{32C752E2-A49F-49A6-89BF-5063FA87EE3B}" dt="2026-03-11T14:13:18.627" v="3827" actId="790"/>
        <pc:sldMkLst>
          <pc:docMk/>
          <pc:sldMk cId="770918746" sldId="302"/>
        </pc:sldMkLst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770918746" sldId="302"/>
            <ac:spMk id="2" creationId="{36556609-D641-1AEB-0073-471C6FDAD956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770918746" sldId="302"/>
            <ac:spMk id="5" creationId="{5455D781-40E6-7B9A-6EE0-4392140F570D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770918746" sldId="302"/>
            <ac:spMk id="8" creationId="{903E155C-7035-3EAF-5261-AF7F181B116E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770918746" sldId="302"/>
            <ac:spMk id="9" creationId="{DA6F2F1D-B4B2-ECC1-2B86-CEBFFC5B00CF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770918746" sldId="302"/>
            <ac:spMk id="10" creationId="{EE327069-949C-19ED-4FFD-E0288F52016E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770918746" sldId="302"/>
            <ac:spMk id="11" creationId="{C43D3D4B-9A09-7884-1DEA-42DE5C350E1B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770918746" sldId="302"/>
            <ac:spMk id="12" creationId="{85CEC7EB-61DC-9F53-F40A-07378708EB83}"/>
          </ac:spMkLst>
        </pc:spChg>
      </pc:sldChg>
      <pc:sldChg chg="addSp delSp modSp mod ord">
        <pc:chgData name="Jens Alfred Pedersen" userId="bcca11ee-19e3-439b-8f05-48763e2a5f23" providerId="ADAL" clId="{32C752E2-A49F-49A6-89BF-5063FA87EE3B}" dt="2026-03-11T15:10:37.337" v="6229" actId="1076"/>
        <pc:sldMkLst>
          <pc:docMk/>
          <pc:sldMk cId="3620794665" sldId="303"/>
        </pc:sldMkLst>
        <pc:spChg chg="mod">
          <ac:chgData name="Jens Alfred Pedersen" userId="bcca11ee-19e3-439b-8f05-48763e2a5f23" providerId="ADAL" clId="{32C752E2-A49F-49A6-89BF-5063FA87EE3B}" dt="2026-03-11T15:03:53.288" v="6023" actId="20577"/>
          <ac:spMkLst>
            <pc:docMk/>
            <pc:sldMk cId="3620794665" sldId="303"/>
            <ac:spMk id="2" creationId="{23D2EBE3-1995-1735-3A01-139E763ABEBE}"/>
          </ac:spMkLst>
        </pc:spChg>
        <pc:spChg chg="add 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620794665" sldId="303"/>
            <ac:spMk id="3" creationId="{6BDA7221-3878-8307-D237-3A68F0C87CD0}"/>
          </ac:spMkLst>
        </pc:spChg>
        <pc:spChg chg="mod">
          <ac:chgData name="Jens Alfred Pedersen" userId="bcca11ee-19e3-439b-8f05-48763e2a5f23" providerId="ADAL" clId="{32C752E2-A49F-49A6-89BF-5063FA87EE3B}" dt="2026-03-11T15:02:40.096" v="6000" actId="14100"/>
          <ac:spMkLst>
            <pc:docMk/>
            <pc:sldMk cId="3620794665" sldId="303"/>
            <ac:spMk id="4" creationId="{C9572AF2-634D-84E8-8770-E31039C4E93C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620794665" sldId="303"/>
            <ac:spMk id="5" creationId="{70B2FC22-6BB8-9A61-C180-5FA5E82CD114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620794665" sldId="303"/>
            <ac:spMk id="8" creationId="{639CD41A-90F6-C66A-5E86-D902EB7365A6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620794665" sldId="303"/>
            <ac:spMk id="9" creationId="{51DF5C2A-4771-ACE9-C303-0E9D6360E2EA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620794665" sldId="303"/>
            <ac:spMk id="11" creationId="{AA3774D3-C3EF-80EC-36A8-5111CA38DAB5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3620794665" sldId="303"/>
            <ac:spMk id="12" creationId="{6CA89B46-2456-F85B-BB28-F083199C4BD1}"/>
          </ac:spMkLst>
        </pc:spChg>
        <pc:spChg chg="mod">
          <ac:chgData name="Jens Alfred Pedersen" userId="bcca11ee-19e3-439b-8f05-48763e2a5f23" providerId="ADAL" clId="{32C752E2-A49F-49A6-89BF-5063FA87EE3B}" dt="2026-03-11T15:10:16.042" v="6228" actId="20577"/>
          <ac:spMkLst>
            <pc:docMk/>
            <pc:sldMk cId="3620794665" sldId="303"/>
            <ac:spMk id="14" creationId="{D197F7B7-ED96-58FA-BFBF-37C1CB9B8AF5}"/>
          </ac:spMkLst>
        </pc:spChg>
        <pc:spChg chg="add mod">
          <ac:chgData name="Jens Alfred Pedersen" userId="bcca11ee-19e3-439b-8f05-48763e2a5f23" providerId="ADAL" clId="{32C752E2-A49F-49A6-89BF-5063FA87EE3B}" dt="2026-03-11T15:03:39.350" v="6007" actId="14100"/>
          <ac:spMkLst>
            <pc:docMk/>
            <pc:sldMk cId="3620794665" sldId="303"/>
            <ac:spMk id="19" creationId="{A462E53E-EC10-BCC5-7079-DE71A54A7882}"/>
          </ac:spMkLst>
        </pc:spChg>
        <pc:spChg chg="add mod">
          <ac:chgData name="Jens Alfred Pedersen" userId="bcca11ee-19e3-439b-8f05-48763e2a5f23" providerId="ADAL" clId="{32C752E2-A49F-49A6-89BF-5063FA87EE3B}" dt="2026-03-11T15:10:37.337" v="6229" actId="1076"/>
          <ac:spMkLst>
            <pc:docMk/>
            <pc:sldMk cId="3620794665" sldId="303"/>
            <ac:spMk id="26" creationId="{55162BAE-B676-A5C5-29FA-A4DFA7363200}"/>
          </ac:spMkLst>
        </pc:spChg>
        <pc:spChg chg="add mod">
          <ac:chgData name="Jens Alfred Pedersen" userId="bcca11ee-19e3-439b-8f05-48763e2a5f23" providerId="ADAL" clId="{32C752E2-A49F-49A6-89BF-5063FA87EE3B}" dt="2026-03-11T15:03:42.058" v="6008" actId="14100"/>
          <ac:spMkLst>
            <pc:docMk/>
            <pc:sldMk cId="3620794665" sldId="303"/>
            <ac:spMk id="29" creationId="{C27A212A-5CF4-A2F6-23B0-A7DD976BBC7D}"/>
          </ac:spMkLst>
        </pc:spChg>
        <pc:spChg chg="add mod">
          <ac:chgData name="Jens Alfred Pedersen" userId="bcca11ee-19e3-439b-8f05-48763e2a5f23" providerId="ADAL" clId="{32C752E2-A49F-49A6-89BF-5063FA87EE3B}" dt="2026-03-11T15:09:29.417" v="6089" actId="20577"/>
          <ac:spMkLst>
            <pc:docMk/>
            <pc:sldMk cId="3620794665" sldId="303"/>
            <ac:spMk id="30" creationId="{B4E58630-CBEA-0041-970F-7D9A71DA1CF5}"/>
          </ac:spMkLst>
        </pc:spChg>
      </pc:sldChg>
      <pc:sldChg chg="addSp delSp modSp mod ord">
        <pc:chgData name="Jens Alfred Pedersen" userId="bcca11ee-19e3-439b-8f05-48763e2a5f23" providerId="ADAL" clId="{32C752E2-A49F-49A6-89BF-5063FA87EE3B}" dt="2026-03-11T15:28:14.338" v="6927" actId="20577"/>
        <pc:sldMkLst>
          <pc:docMk/>
          <pc:sldMk cId="1782730151" sldId="304"/>
        </pc:sldMkLst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782730151" sldId="304"/>
            <ac:spMk id="2" creationId="{B990C624-0274-BB00-2855-F6353F8411DD}"/>
          </ac:spMkLst>
        </pc:spChg>
        <pc:spChg chg="mod">
          <ac:chgData name="Jens Alfred Pedersen" userId="bcca11ee-19e3-439b-8f05-48763e2a5f23" providerId="ADAL" clId="{32C752E2-A49F-49A6-89BF-5063FA87EE3B}" dt="2026-03-11T15:20:38.996" v="6391" actId="5793"/>
          <ac:spMkLst>
            <pc:docMk/>
            <pc:sldMk cId="1782730151" sldId="304"/>
            <ac:spMk id="3" creationId="{833C44A9-5F2A-21D6-E706-CA7701499FC8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782730151" sldId="304"/>
            <ac:spMk id="5" creationId="{31CB844C-C324-3F02-D555-A6AE10FED063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782730151" sldId="304"/>
            <ac:spMk id="8" creationId="{5C80EC95-1E18-4C00-A1C6-C683B0C63976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782730151" sldId="304"/>
            <ac:spMk id="9" creationId="{FBD06444-6F47-3B3D-2833-067537D2535F}"/>
          </ac:spMkLst>
        </pc:spChg>
        <pc:spChg chg="add mod">
          <ac:chgData name="Jens Alfred Pedersen" userId="bcca11ee-19e3-439b-8f05-48763e2a5f23" providerId="ADAL" clId="{32C752E2-A49F-49A6-89BF-5063FA87EE3B}" dt="2026-03-11T15:28:14.338" v="6927" actId="20577"/>
          <ac:spMkLst>
            <pc:docMk/>
            <pc:sldMk cId="1782730151" sldId="304"/>
            <ac:spMk id="10" creationId="{6A631F6F-93F9-463D-D72D-59800C3A12C3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782730151" sldId="304"/>
            <ac:spMk id="11" creationId="{12CB7AD4-2E86-BF1A-F22D-97E2241EE186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1782730151" sldId="304"/>
            <ac:spMk id="12" creationId="{7CBF0A2B-E8F3-C519-045A-E8CB08ABF374}"/>
          </ac:spMkLst>
        </pc:spChg>
        <pc:spChg chg="add mod">
          <ac:chgData name="Jens Alfred Pedersen" userId="bcca11ee-19e3-439b-8f05-48763e2a5f23" providerId="ADAL" clId="{32C752E2-A49F-49A6-89BF-5063FA87EE3B}" dt="2026-03-11T15:27:33.941" v="6909" actId="1035"/>
          <ac:spMkLst>
            <pc:docMk/>
            <pc:sldMk cId="1782730151" sldId="304"/>
            <ac:spMk id="13" creationId="{1CF60801-933D-B118-1F42-75BF2A94F31E}"/>
          </ac:spMkLst>
        </pc:spChg>
        <pc:spChg chg="add mod">
          <ac:chgData name="Jens Alfred Pedersen" userId="bcca11ee-19e3-439b-8f05-48763e2a5f23" providerId="ADAL" clId="{32C752E2-A49F-49A6-89BF-5063FA87EE3B}" dt="2026-03-11T15:27:33.941" v="6909" actId="1035"/>
          <ac:spMkLst>
            <pc:docMk/>
            <pc:sldMk cId="1782730151" sldId="304"/>
            <ac:spMk id="14" creationId="{059C8BAD-BB8D-056A-0C3D-060B04C9AC49}"/>
          </ac:spMkLst>
        </pc:spChg>
      </pc:sldChg>
      <pc:sldChg chg="modSp add mod">
        <pc:chgData name="Jens Alfred Pedersen" userId="bcca11ee-19e3-439b-8f05-48763e2a5f23" providerId="ADAL" clId="{32C752E2-A49F-49A6-89BF-5063FA87EE3B}" dt="2026-03-11T14:13:18.627" v="3827" actId="790"/>
        <pc:sldMkLst>
          <pc:docMk/>
          <pc:sldMk cId="2013188104" sldId="306"/>
        </pc:sldMkLst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2013188104" sldId="306"/>
            <ac:spMk id="2" creationId="{DA729B32-60C4-0C95-7290-FEA4A17CC387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2013188104" sldId="306"/>
            <ac:spMk id="4" creationId="{996A3AE8-20EA-6ABC-B1D8-8A309A817A5E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2013188104" sldId="306"/>
            <ac:spMk id="5" creationId="{456B8EB3-6503-4CFD-DD34-298CB245A5E1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2013188104" sldId="306"/>
            <ac:spMk id="7" creationId="{D9BF504A-67CD-81AB-7225-A966697DA65E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2013188104" sldId="306"/>
            <ac:spMk id="8" creationId="{A1F40B6D-A1D8-999C-CDA8-F5AC45A3D0AC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2013188104" sldId="306"/>
            <ac:spMk id="9" creationId="{FE6900D6-7462-C8B4-D99D-34E26161D0BA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2013188104" sldId="306"/>
            <ac:spMk id="11" creationId="{B4A80063-ADAF-D45F-2C01-AAE78A032F88}"/>
          </ac:spMkLst>
        </pc:spChg>
        <pc:spChg chg="mod">
          <ac:chgData name="Jens Alfred Pedersen" userId="bcca11ee-19e3-439b-8f05-48763e2a5f23" providerId="ADAL" clId="{32C752E2-A49F-49A6-89BF-5063FA87EE3B}" dt="2026-03-11T14:13:18.627" v="3827" actId="790"/>
          <ac:spMkLst>
            <pc:docMk/>
            <pc:sldMk cId="2013188104" sldId="306"/>
            <ac:spMk id="12" creationId="{956EBDE0-2093-D142-F374-8E7A2C7AB4BB}"/>
          </ac:spMkLst>
        </pc:spChg>
      </pc:sldChg>
    </pc:docChg>
  </pc:docChgLst>
  <pc:docChgLst>
    <pc:chgData name="Jens Alfred Pedersen" userId="S::s230869@dtu.dk::bcca11ee-19e3-439b-8f05-48763e2a5f23" providerId="AD" clId="Web-{3124FDF0-8957-10B4-134E-3E85AED1BC18}"/>
    <pc:docChg chg="delSld">
      <pc:chgData name="Jens Alfred Pedersen" userId="S::s230869@dtu.dk::bcca11ee-19e3-439b-8f05-48763e2a5f23" providerId="AD" clId="Web-{3124FDF0-8957-10B4-134E-3E85AED1BC18}" dt="2026-03-12T08:17:26.027" v="0"/>
      <pc:docMkLst>
        <pc:docMk/>
      </pc:docMkLst>
    </pc:docChg>
  </pc:docChgLst>
  <pc:docChgLst>
    <pc:chgData name="Jens Alfred Pedersen" userId="S::s230869@dtu.dk::bcca11ee-19e3-439b-8f05-48763e2a5f23" providerId="AD" clId="Web-{590EA76A-F1F8-E68F-B867-22E1022DA55B}"/>
    <pc:docChg chg="modSld">
      <pc:chgData name="Jens Alfred Pedersen" userId="S::s230869@dtu.dk::bcca11ee-19e3-439b-8f05-48763e2a5f23" providerId="AD" clId="Web-{590EA76A-F1F8-E68F-B867-22E1022DA55B}" dt="2026-03-16T13:29:34.468" v="9" actId="20577"/>
      <pc:docMkLst>
        <pc:docMk/>
      </pc:docMkLst>
      <pc:sldChg chg="addSp delSp modSp">
        <pc:chgData name="Jens Alfred Pedersen" userId="S::s230869@dtu.dk::bcca11ee-19e3-439b-8f05-48763e2a5f23" providerId="AD" clId="Web-{590EA76A-F1F8-E68F-B867-22E1022DA55B}" dt="2026-03-16T13:29:34.468" v="9" actId="20577"/>
        <pc:sldMkLst>
          <pc:docMk/>
          <pc:sldMk cId="379633757" sldId="293"/>
        </pc:sldMkLst>
        <pc:spChg chg="del mod">
          <ac:chgData name="Jens Alfred Pedersen" userId="S::s230869@dtu.dk::bcca11ee-19e3-439b-8f05-48763e2a5f23" providerId="AD" clId="Web-{590EA76A-F1F8-E68F-B867-22E1022DA55B}" dt="2026-03-16T13:29:16.186" v="1"/>
          <ac:spMkLst>
            <pc:docMk/>
            <pc:sldMk cId="379633757" sldId="293"/>
            <ac:spMk id="2" creationId="{AD4746D4-ECF6-A1C8-C827-186F51BB0915}"/>
          </ac:spMkLst>
        </pc:spChg>
        <pc:spChg chg="del mod">
          <ac:chgData name="Jens Alfred Pedersen" userId="S::s230869@dtu.dk::bcca11ee-19e3-439b-8f05-48763e2a5f23" providerId="AD" clId="Web-{590EA76A-F1F8-E68F-B867-22E1022DA55B}" dt="2026-03-16T13:29:22.890" v="4"/>
          <ac:spMkLst>
            <pc:docMk/>
            <pc:sldMk cId="379633757" sldId="293"/>
            <ac:spMk id="3" creationId="{3C3DCE8A-3450-3756-F020-B8CA931B4CA7}"/>
          </ac:spMkLst>
        </pc:spChg>
        <pc:spChg chg="add del mod">
          <ac:chgData name="Jens Alfred Pedersen" userId="S::s230869@dtu.dk::bcca11ee-19e3-439b-8f05-48763e2a5f23" providerId="AD" clId="Web-{590EA76A-F1F8-E68F-B867-22E1022DA55B}" dt="2026-03-16T13:29:27.765" v="6"/>
          <ac:spMkLst>
            <pc:docMk/>
            <pc:sldMk cId="379633757" sldId="293"/>
            <ac:spMk id="10" creationId="{3C1B56E8-A903-DBB3-B5D3-B1F87A916394}"/>
          </ac:spMkLst>
        </pc:spChg>
        <pc:spChg chg="add del mod">
          <ac:chgData name="Jens Alfred Pedersen" userId="S::s230869@dtu.dk::bcca11ee-19e3-439b-8f05-48763e2a5f23" providerId="AD" clId="Web-{590EA76A-F1F8-E68F-B867-22E1022DA55B}" dt="2026-03-16T13:29:25.374" v="5"/>
          <ac:spMkLst>
            <pc:docMk/>
            <pc:sldMk cId="379633757" sldId="293"/>
            <ac:spMk id="13" creationId="{0A7589EB-425D-7A0B-E214-B68F654AEE1D}"/>
          </ac:spMkLst>
        </pc:spChg>
        <pc:spChg chg="add mod">
          <ac:chgData name="Jens Alfred Pedersen" userId="S::s230869@dtu.dk::bcca11ee-19e3-439b-8f05-48763e2a5f23" providerId="AD" clId="Web-{590EA76A-F1F8-E68F-B867-22E1022DA55B}" dt="2026-03-16T13:29:34.468" v="9" actId="20577"/>
          <ac:spMkLst>
            <pc:docMk/>
            <pc:sldMk cId="379633757" sldId="293"/>
            <ac:spMk id="14" creationId="{3C3DCE8A-3450-3756-F020-B8CA931B4CA7}"/>
          </ac:spMkLst>
        </pc:spChg>
        <pc:spChg chg="add">
          <ac:chgData name="Jens Alfred Pedersen" userId="S::s230869@dtu.dk::bcca11ee-19e3-439b-8f05-48763e2a5f23" providerId="AD" clId="Web-{590EA76A-F1F8-E68F-B867-22E1022DA55B}" dt="2026-03-16T13:29:28.436" v="7"/>
          <ac:spMkLst>
            <pc:docMk/>
            <pc:sldMk cId="379633757" sldId="293"/>
            <ac:spMk id="15" creationId="{AD4746D4-ECF6-A1C8-C827-186F51BB0915}"/>
          </ac:spMkLst>
        </pc:spChg>
        <pc:spChg chg="add">
          <ac:chgData name="Jens Alfred Pedersen" userId="S::s230869@dtu.dk::bcca11ee-19e3-439b-8f05-48763e2a5f23" providerId="AD" clId="Web-{590EA76A-F1F8-E68F-B867-22E1022DA55B}" dt="2026-03-16T13:29:28.436" v="7"/>
          <ac:spMkLst>
            <pc:docMk/>
            <pc:sldMk cId="379633757" sldId="293"/>
            <ac:spMk id="16" creationId="{32566417-13F7-C252-C7EA-202A4DBC891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8:18:05.1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660 1694 13993,'-629'-1694'0,"599"1975"0,60-562 0,176 474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EFAC2-CAA8-4C26-A102-B05A6542AA2E}" type="datetimeFigureOut">
              <a:rPr lang="da-DK" smtClean="0"/>
              <a:t>16-03-2026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CF9C7-D1BA-425F-9524-4BF3E367B98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585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5986-3CF3-A4DC-4F82-52D343929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A493507-F7A7-19D1-FEAC-30EDB9E6E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83B46A6-E0C6-8C16-0B2C-DE08F92C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ED4E4BD-91D9-F554-438F-8C09AAFA7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82838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8EA9-0706-9F64-D635-05EFB790A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2D25E4E-2C22-6275-381B-897CA7400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186BBA0-F09A-D0DF-B9B4-F054AD905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Presenter: Nikolaj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C8EC86C-C818-A0E3-9649-5532B023A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2346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7CA5B-2C5E-457A-D5CC-35DCBF809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EA5167D-AED3-5112-906E-F87FDF7AF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DE574BA-FF6A-F506-9F7C-2025BBD2C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Presenter: Nikolaj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57F7D8D-A756-7C19-4F09-2EEBF3032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0404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AEA35-1A93-069F-9122-1B121C1E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92B085F-8D74-EB17-3379-612A92ADA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0F4EB6D-0670-CCAF-B670-4450D5C62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Presenter: Nikolaj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3DAF40A-D442-63A6-6430-B121E7136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3795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C57C-BB95-9125-7F06-14F1958B3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7EAE4A4B-CD92-B6DA-C0C7-21A6C25F4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F9BAD21B-E685-3539-9161-3B07D61FB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Presenter: Nikolaj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78046DA-9FBC-8554-9D5F-E2A82F434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45188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704C0-8D71-880B-9CD1-4738A6D00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2290763-5A63-219D-1737-CCE56B682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5F4B770-BCB6-16AF-A072-80F3EEEED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Presenter: Nikolaj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7AA1763-79C6-7ED9-6676-E3AF92B05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3332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701CD-8871-A7F9-882F-1BDCBD399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1D87F6F3-0C0E-6E43-B03D-870729AC2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F8D07AC-1EEF-BF36-7CDA-484CA96FB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Presenter: Nikolaj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2F2BB3C-920F-0FBF-71B8-4B88518DF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752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00866-7999-727D-9150-F506C776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6D0E594D-4CA9-CC32-6214-5404E2259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B4BC1367-3642-9A36-1E43-3E4296214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Presenter: Nikolaj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E4013CD-87B7-6C61-3644-61C1E24AF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6499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3CF5D-78B5-7969-031B-5BDBB29A7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861C3089-7700-10B9-7502-710177901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E10E79A-2320-B935-73D0-A868E1FDF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Presenter: Nikolaj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73C7FAA-5B29-F1AB-5F50-28D326705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17185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DFEBFF-7A55-6A26-1B55-31D89164B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495899B-CD02-6AA9-DF41-724DD5A7A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4199BCB-1B71-C947-B591-D646D7BA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32E6-F494-4368-97C1-514ABDFF7489}" type="datetime1">
              <a:rPr lang="da-DK" smtClean="0"/>
              <a:t>16-03-2026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41D043E-8A77-47F9-4693-23D3217A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697C2FE-321E-E181-5853-B2A4DD84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2135078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D0CDC-CECC-54E1-DA3E-104DC915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38B14A5-8C46-C634-1813-51EA4B8DD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1E2CC94-0AF7-2B58-CE1C-E40146EE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D05-3B1B-476A-93CE-8E1927AA511B}" type="datetime1">
              <a:rPr lang="da-DK" smtClean="0"/>
              <a:t>16-03-2026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8F41E05-CFC5-DB17-012C-CF773427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8972367-2D8B-CDC4-E6F6-395580F7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263020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352474-76BA-4C4D-D9AB-814801F4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7DA833F-30BC-7E38-F5B5-BCA729D4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D86313-E12F-7CE9-BBCB-6520EDF5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1A2-E5BC-4A90-8F05-1A960DB8C22A}" type="datetime1">
              <a:rPr lang="da-DK" smtClean="0"/>
              <a:t>16-03-2026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EA54902-4605-5ED6-75EC-ED4DB2E0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2B4A159-C3C0-51E1-32B7-EEA5A291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5002080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8863B-CBA4-4F52-0D4A-297B80B5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8BAEC8-EE09-53B6-D595-50E1A768B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2C9B15A-AF2F-5A1B-F32E-4E81ADEF3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DBE642F-0498-3FE2-8376-7D38EDCA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23AE-8A67-41E3-AD31-4F52660CDCC3}" type="datetime1">
              <a:rPr lang="da-DK" smtClean="0"/>
              <a:t>16-03-2026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CE9EB19-2077-883B-DB2D-A070A11D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7357521-A00E-B2A1-F457-D948D00C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6498022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05213-12AE-6CD4-FFBA-5AE2B27DB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553E986-3354-792E-C1ED-8002655BB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374ABBD-AEC1-6E9C-7D0B-23501475D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46F4983-8FD9-D9B0-F94D-D9977C6EA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BC184DD-E7C0-B482-49DF-377C47F47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7BBEC05-03DB-5CF6-82AB-5BCA8690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559C-0F19-43C8-A1E5-CF6E5F861D21}" type="datetime1">
              <a:rPr lang="da-DK" smtClean="0"/>
              <a:t>16-03-2026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1204539-29EF-5B9B-C772-B8CE0DD31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9D6AFCC-1B31-EF0E-4A00-B5CA1F7F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8230576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71010A-D2F8-E0E3-B5A7-568E9D24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A7B4F3B-2F00-43D0-081D-1A3850CE3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7C2D-85D7-4702-B890-702C36AE9128}" type="datetime1">
              <a:rPr lang="da-DK" smtClean="0"/>
              <a:t>16-03-2026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28B372C-C89A-D870-1E08-C57FEF53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F798EBC-A9C5-D03D-C701-B7019C0F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2738539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D6CF1503-063B-FB97-8A34-62253DB6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CFEA-B7AB-4D9B-AC35-1CF9136F942B}" type="datetime1">
              <a:rPr lang="da-DK" smtClean="0"/>
              <a:t>16-03-2026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57DA6F2-AD34-F48C-60ED-C3D25317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C23836C-C589-B82E-6EF4-6D1B9653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5727517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A13FD-F290-ABD0-583C-D86F2F01B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3DB6CF-F07F-CF3D-1FE8-FCCA16F43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DFA81D0-11AC-D379-1B88-52DEF0BDC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04E80E5-E933-235C-A8BE-87A7A15E4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761F-7661-47F8-BFAA-F3644C45B4F1}" type="datetime1">
              <a:rPr lang="da-DK" smtClean="0"/>
              <a:t>16-03-2026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A101950-0C00-FF5B-69DC-980B12DA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3D25D43-C01F-898E-947C-5B736C76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2376837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319ACE-65C4-F7C5-4A66-DC55D7EB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9D28E6C7-745A-C059-39B7-1556D55B6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6F7DDE0-5792-747A-A171-358F04CCE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9378F4C-7B40-290E-AC0A-184C6480E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36D1-A74B-4339-83DC-3AC10AF76DE8}" type="datetime1">
              <a:rPr lang="da-DK" smtClean="0"/>
              <a:t>16-03-2026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FD2CEF0-C2D3-A2EC-9FEC-365B7666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058D538-9165-A2A6-084B-F2855580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1592061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1C54E-CE78-4B28-B5B7-2DE89428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9CEADF7-990C-CDAA-F734-38FE4DCDC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9051D0D-5089-530D-1512-4FF74775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225F9-DCE1-48CF-A60C-3F140F9CBAD8}" type="datetime1">
              <a:rPr lang="da-DK" smtClean="0"/>
              <a:t>16-03-2026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38BF7C9-5C1C-750C-0406-15788579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C24D9CB-F416-6DB2-865F-95FCF2F5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065274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320F32C6-976C-3B68-1B45-66A5A55DF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786DBCD-D3C8-A4F6-9AF9-B80738A06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E276A2-1D23-D8B7-D3C3-5D705AAF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74F6-BA4E-45BD-9299-F0B4D2AEB753}" type="datetime1">
              <a:rPr lang="da-DK" smtClean="0"/>
              <a:t>16-03-2026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CED4DE2-4ACE-1171-1470-2FECF5A8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0986D5C-E4C1-0598-07C7-8B0BA416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577122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E5C346D-711A-32D0-673C-BBF51D50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849FE7A-F6F6-525C-3BDD-A633F3EC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752E26C-0C81-374F-B5FD-95BDD09FC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99E16-850A-47CB-B103-1048DBDB4CCB}" type="datetime1">
              <a:rPr lang="da-DK" smtClean="0"/>
              <a:t>16-03-2026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EEC06D-D19C-449A-EEE9-139DFA066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A5664C8-FB83-198F-9DC5-E27BAB831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56B02-4AF6-4FAD-8624-917FD1E581F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987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EB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48179-DE7C-7D65-D53F-F1BEFF17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739CA70D-9BE0-0084-BAE1-3598C7B60C15}"/>
              </a:ext>
            </a:extLst>
          </p:cNvPr>
          <p:cNvSpPr/>
          <p:nvPr/>
        </p:nvSpPr>
        <p:spPr>
          <a:xfrm>
            <a:off x="229969" y="5820504"/>
            <a:ext cx="5285161" cy="734132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1" name="Billede 10" descr="Et billede, der indeholder Font/skrifttype, Grafik, logo, design&#10;&#10;AI-genereret indhold kan være ukorrekt.">
            <a:extLst>
              <a:ext uri="{FF2B5EF4-FFF2-40B4-BE49-F238E27FC236}">
                <a16:creationId xmlns:a16="http://schemas.microsoft.com/office/drawing/2014/main" id="{58A9BEA7-4018-11C6-E1EC-880A95898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" y="249258"/>
            <a:ext cx="538449" cy="769213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C96A0BBB-BDA2-328E-E43F-B8A17B842215}"/>
              </a:ext>
            </a:extLst>
          </p:cNvPr>
          <p:cNvSpPr txBox="1">
            <a:spLocks/>
          </p:cNvSpPr>
          <p:nvPr/>
        </p:nvSpPr>
        <p:spPr>
          <a:xfrm>
            <a:off x="229969" y="5469149"/>
            <a:ext cx="3172076" cy="10977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200" b="1" noProof="0">
                <a:solidFill>
                  <a:srgbClr val="94A9DC"/>
                </a:solidFill>
              </a:rPr>
              <a:t>GROUP 3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Eske Freiesleben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Jacob Manniche</a:t>
            </a:r>
            <a:endParaRPr lang="en-US" sz="1200" noProof="0">
              <a:solidFill>
                <a:srgbClr val="94A9DC"/>
              </a:solidFill>
            </a:endParaRP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J. Alfred Pedersen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57DD1288-530D-2107-76AC-2F6955790447}"/>
              </a:ext>
            </a:extLst>
          </p:cNvPr>
          <p:cNvSpPr txBox="1">
            <a:spLocks/>
          </p:cNvSpPr>
          <p:nvPr/>
        </p:nvSpPr>
        <p:spPr>
          <a:xfrm>
            <a:off x="3854296" y="5501149"/>
            <a:ext cx="1669953" cy="10731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200" b="1" noProof="0">
                <a:solidFill>
                  <a:srgbClr val="94A9DC"/>
                </a:solidFill>
              </a:rPr>
              <a:t>Student ID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S234229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S234258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S230869</a:t>
            </a:r>
            <a:endParaRPr lang="en-US" sz="1200" noProof="0">
              <a:solidFill>
                <a:srgbClr val="94A9DC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6A5920-B537-C091-61E5-42EA09F8D89C}"/>
              </a:ext>
            </a:extLst>
          </p:cNvPr>
          <p:cNvSpPr/>
          <p:nvPr/>
        </p:nvSpPr>
        <p:spPr>
          <a:xfrm>
            <a:off x="6215908" y="366819"/>
            <a:ext cx="5611710" cy="6187817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32566417-13F7-C252-C7EA-202A4DBC891F}"/>
              </a:ext>
            </a:extLst>
          </p:cNvPr>
          <p:cNvSpPr txBox="1"/>
          <p:nvPr/>
        </p:nvSpPr>
        <p:spPr>
          <a:xfrm>
            <a:off x="4826000" y="32190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/>
          </a:p>
        </p:txBody>
      </p:sp>
      <p:sp>
        <p:nvSpPr>
          <p:cNvPr id="14" name="Undertitel 2">
            <a:extLst>
              <a:ext uri="{FF2B5EF4-FFF2-40B4-BE49-F238E27FC236}">
                <a16:creationId xmlns:a16="http://schemas.microsoft.com/office/drawing/2014/main" id="{3C3DCE8A-3450-3756-F020-B8CA931B4CA7}"/>
              </a:ext>
            </a:extLst>
          </p:cNvPr>
          <p:cNvSpPr>
            <a:spLocks noGrp="1"/>
          </p:cNvSpPr>
          <p:nvPr/>
        </p:nvSpPr>
        <p:spPr>
          <a:xfrm>
            <a:off x="248920" y="4767018"/>
            <a:ext cx="5514737" cy="734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900" b="1" noProof="0" dirty="0">
                <a:solidFill>
                  <a:srgbClr val="94A9DC"/>
                </a:solidFill>
              </a:rPr>
              <a:t>Bachelor project, 2026</a:t>
            </a:r>
          </a:p>
          <a:p>
            <a:pPr algn="l"/>
            <a:r>
              <a:rPr lang="en-US" sz="1900" b="1">
                <a:solidFill>
                  <a:srgbClr val="94A9DC"/>
                </a:solidFill>
              </a:rPr>
              <a:t>Meeting 1, date: 11-03-2026</a:t>
            </a:r>
            <a:endParaRPr lang="en-US" sz="1900" b="1" dirty="0">
              <a:solidFill>
                <a:srgbClr val="94A9DC"/>
              </a:solidFill>
            </a:endParaRP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AD4746D4-ECF6-A1C8-C827-186F51BB0915}"/>
              </a:ext>
            </a:extLst>
          </p:cNvPr>
          <p:cNvSpPr>
            <a:spLocks noGrp="1"/>
          </p:cNvSpPr>
          <p:nvPr/>
        </p:nvSpPr>
        <p:spPr>
          <a:xfrm>
            <a:off x="229968" y="2511598"/>
            <a:ext cx="7523548" cy="22478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US" sz="4800" b="1" noProof="0" dirty="0"/>
            </a:br>
            <a:r>
              <a:rPr lang="en-US" sz="4800" b="1">
                <a:solidFill>
                  <a:schemeClr val="bg1"/>
                </a:solidFill>
              </a:rPr>
              <a:t>Working title: </a:t>
            </a:r>
            <a:br>
              <a:rPr lang="en-US" sz="4800" b="1" dirty="0">
                <a:solidFill>
                  <a:schemeClr val="bg1"/>
                </a:solidFill>
              </a:rPr>
            </a:br>
            <a:r>
              <a:rPr lang="en-US" sz="4800" b="1">
                <a:solidFill>
                  <a:schemeClr val="bg1"/>
                </a:solidFill>
              </a:rPr>
              <a:t>CFD</a:t>
            </a:r>
            <a:r>
              <a:rPr lang="en-US" sz="4800" b="1" noProof="0">
                <a:solidFill>
                  <a:schemeClr val="bg1"/>
                </a:solidFill>
              </a:rPr>
              <a:t> and ROM of </a:t>
            </a:r>
            <a:r>
              <a:rPr lang="en-US" sz="4800" b="1" noProof="0" dirty="0">
                <a:solidFill>
                  <a:schemeClr val="bg1"/>
                </a:solidFill>
              </a:rPr>
              <a:t>Flow </a:t>
            </a:r>
            <a:br>
              <a:rPr lang="en-US" sz="4800" b="1" noProof="0" dirty="0"/>
            </a:br>
            <a:r>
              <a:rPr lang="en-US" sz="4800" b="1" noProof="0" dirty="0">
                <a:solidFill>
                  <a:schemeClr val="bg1"/>
                </a:solidFill>
              </a:rPr>
              <a:t>over a Golf Court</a:t>
            </a:r>
            <a:endParaRPr lang="en-US" sz="4400" b="1" noProof="0" dirty="0">
              <a:solidFill>
                <a:schemeClr val="bg1"/>
              </a:solidFill>
            </a:endParaRPr>
          </a:p>
        </p:txBody>
      </p:sp>
      <p:sp>
        <p:nvSpPr>
          <p:cNvPr id="16" name="Tekstfelt 3">
            <a:extLst>
              <a:ext uri="{FF2B5EF4-FFF2-40B4-BE49-F238E27FC236}">
                <a16:creationId xmlns:a16="http://schemas.microsoft.com/office/drawing/2014/main" id="{32566417-13F7-C252-C7EA-202A4DBC891F}"/>
              </a:ext>
            </a:extLst>
          </p:cNvPr>
          <p:cNvSpPr txBox="1"/>
          <p:nvPr/>
        </p:nvSpPr>
        <p:spPr>
          <a:xfrm>
            <a:off x="4826000" y="32190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963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C6C4E-040A-D612-8602-B75B3A50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AD6472EA-C1EE-5BDB-B404-F8EC8002B23A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4D4136-E1D3-DBED-3A3E-86D0B5037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Literature so far (1/3)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8BE6346-DCA9-0EFD-FE1C-499C5533C10C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858FE483-3A65-E253-8BDE-AD879AFC03ED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12999E5-8900-AF8B-6BC0-8913951ABFA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F6EC0C2E-8B90-AE81-4474-7F020D20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2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9F8A977D-ED09-EBC3-77C5-76ECAF35B9E9}"/>
              </a:ext>
            </a:extLst>
          </p:cNvPr>
          <p:cNvSpPr txBox="1"/>
          <p:nvPr/>
        </p:nvSpPr>
        <p:spPr>
          <a:xfrm>
            <a:off x="3025877" y="3271372"/>
            <a:ext cx="6110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88B12132-A438-3CE0-BCC8-D9B0BA9E8439}"/>
              </a:ext>
            </a:extLst>
          </p:cNvPr>
          <p:cNvSpPr txBox="1"/>
          <p:nvPr/>
        </p:nvSpPr>
        <p:spPr>
          <a:xfrm>
            <a:off x="213361" y="1103222"/>
            <a:ext cx="11765279" cy="53553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noProof="0"/>
              <a:t>Literature initially suggested by Søren, </a:t>
            </a:r>
            <a:r>
              <a:rPr lang="en-US" sz="2400" b="1" u="sng" noProof="0"/>
              <a:t>before</a:t>
            </a:r>
            <a:r>
              <a:rPr lang="en-US" sz="2400" b="1" noProof="0"/>
              <a:t> project topic was chosen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noProof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noProof="0"/>
              <a:t>Wind-Turbine and Wind-Farm Flows: A Review </a:t>
            </a:r>
            <a:r>
              <a:rPr lang="en-US" sz="2400" noProof="0"/>
              <a:t>- </a:t>
            </a:r>
            <a:r>
              <a:rPr lang="en-US" sz="2400" noProof="0" err="1"/>
              <a:t>Porté</a:t>
            </a:r>
            <a:r>
              <a:rPr lang="en-US" sz="2400" noProof="0"/>
              <a:t>-Agel et al., 2019</a:t>
            </a:r>
          </a:p>
          <a:p>
            <a:r>
              <a:rPr lang="en-US" noProof="0">
                <a:solidFill>
                  <a:srgbClr val="94A9DC"/>
                </a:solidFill>
              </a:rPr>
              <a:t>Take-aways: importance of turbulence, Far- and near wakes and their effects, Time-length scale for different phenomena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noProof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noProof="0"/>
              <a:t>Optimizing wind farm control through wake steering using surrogate models based on high-fidelity simulations - </a:t>
            </a:r>
            <a:r>
              <a:rPr lang="en-US" sz="2400" noProof="0"/>
              <a:t>Paul Hulsman, Søren Juhl Andersen, and </a:t>
            </a:r>
            <a:r>
              <a:rPr lang="en-US" sz="2400" noProof="0" err="1"/>
              <a:t>Tuhfe</a:t>
            </a:r>
            <a:r>
              <a:rPr lang="en-US" sz="2400" noProof="0"/>
              <a:t> Göçmen, 2020</a:t>
            </a:r>
          </a:p>
          <a:p>
            <a:r>
              <a:rPr lang="en-US" noProof="0">
                <a:solidFill>
                  <a:srgbClr val="94A9DC"/>
                </a:solidFill>
              </a:rPr>
              <a:t>Take-aways: Surrogate model creation, impact of wakes, very complex so we will come back to it</a:t>
            </a:r>
          </a:p>
          <a:p>
            <a:endParaRPr lang="en-US" sz="2400" i="1" noProof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noProof="0"/>
              <a:t>Predictive and stochastic reduced-order modelling of wind turbine wake dynamics </a:t>
            </a:r>
            <a:r>
              <a:rPr lang="en-US" sz="2400" noProof="0"/>
              <a:t>- Søren Juhl Andersen and Juan Pablo Murcia Leon, 2022</a:t>
            </a:r>
          </a:p>
          <a:p>
            <a:r>
              <a:rPr lang="en-US" noProof="0">
                <a:solidFill>
                  <a:srgbClr val="94A9DC"/>
                </a:solidFill>
              </a:rPr>
              <a:t>Take-aways: PS-ROM methods and creation, First look at POD modes, again very complex so we will come back to it</a:t>
            </a:r>
          </a:p>
          <a:p>
            <a:endParaRPr lang="en-US" sz="2400" noProof="0"/>
          </a:p>
        </p:txBody>
      </p:sp>
    </p:spTree>
    <p:extLst>
      <p:ext uri="{BB962C8B-B14F-4D97-AF65-F5344CB8AC3E}">
        <p14:creationId xmlns:p14="http://schemas.microsoft.com/office/powerpoint/2010/main" val="154985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3D35E-6EAE-8066-FA62-498F21FB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956EBDE0-2093-D142-F374-8E7A2C7AB4BB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A729B32-60C4-0C95-7290-FEA4A17CC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Literature so far (2/3)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456B8EB3-6503-4CFD-DD34-298CB245A5E1}"/>
              </a:ext>
            </a:extLst>
          </p:cNvPr>
          <p:cNvSpPr/>
          <p:nvPr/>
        </p:nvSpPr>
        <p:spPr>
          <a:xfrm>
            <a:off x="0" y="6254650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A1F40B6D-A1D8-999C-CDA8-F5AC45A3D0AC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FE6900D6-7462-C8B4-D99D-34E26161D0BA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B4A80063-ADAF-D45F-2C01-AAE78A03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3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996A3AE8-20EA-6ABC-B1D8-8A309A817A5E}"/>
              </a:ext>
            </a:extLst>
          </p:cNvPr>
          <p:cNvSpPr txBox="1"/>
          <p:nvPr/>
        </p:nvSpPr>
        <p:spPr>
          <a:xfrm>
            <a:off x="3025877" y="3271372"/>
            <a:ext cx="6110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D9BF504A-67CD-81AB-7225-A966697DA65E}"/>
              </a:ext>
            </a:extLst>
          </p:cNvPr>
          <p:cNvSpPr txBox="1"/>
          <p:nvPr/>
        </p:nvSpPr>
        <p:spPr>
          <a:xfrm>
            <a:off x="213361" y="1103222"/>
            <a:ext cx="1176527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/>
              <a:t>Literature initially suggested by Søren, </a:t>
            </a:r>
            <a:r>
              <a:rPr lang="en-US" sz="2400" b="1" u="sng" noProof="0"/>
              <a:t>after</a:t>
            </a:r>
            <a:r>
              <a:rPr lang="en-US" sz="2400" b="1" noProof="0"/>
              <a:t> project topic was chosen</a:t>
            </a:r>
          </a:p>
          <a:p>
            <a:endParaRPr lang="en-US" sz="2400" b="1" noProof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noProof="0"/>
              <a:t>Inflow modelling for wind farm flows in RANS - </a:t>
            </a:r>
            <a:r>
              <a:rPr lang="en-US" sz="2000" noProof="0"/>
              <a:t>M. P. van der Laan, M. Baungaard and M. Kelly</a:t>
            </a:r>
            <a:endParaRPr lang="en-US" sz="2000" i="1" noProof="0"/>
          </a:p>
          <a:p>
            <a:r>
              <a:rPr lang="en-US" noProof="0">
                <a:solidFill>
                  <a:srgbClr val="94A9DC"/>
                </a:solidFill>
              </a:rPr>
              <a:t>Take-aways: Insights for different inflow models and their pros/cons, ABL, RANS</a:t>
            </a:r>
            <a:endParaRPr lang="en-US" i="1" noProof="0">
              <a:solidFill>
                <a:srgbClr val="94A9D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noProof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noProof="0"/>
              <a:t>Uncertainty of toggling in wake steering experiments under </a:t>
            </a:r>
            <a:r>
              <a:rPr lang="en-US" sz="2000" i="1" noProof="0" err="1"/>
              <a:t>dinural</a:t>
            </a:r>
            <a:r>
              <a:rPr lang="en-US" sz="2000" i="1" noProof="0"/>
              <a:t> cycle atmospheric conditions: an LES study - </a:t>
            </a:r>
            <a:r>
              <a:rPr lang="en-US" sz="2000" noProof="0"/>
              <a:t>Emily Louise Hodgson, Anton Rohlin Madsen, Frederik Emil Petersen, </a:t>
            </a:r>
            <a:r>
              <a:rPr lang="en-US" sz="2000" noProof="0" err="1"/>
              <a:t>Tuhfe</a:t>
            </a:r>
            <a:r>
              <a:rPr lang="en-US" sz="2000" noProof="0"/>
              <a:t> Göçmen and Søren Juhl Andersen</a:t>
            </a:r>
            <a:endParaRPr lang="en-US" sz="2000" i="1" noProof="0"/>
          </a:p>
          <a:p>
            <a:r>
              <a:rPr lang="en-US" noProof="0">
                <a:solidFill>
                  <a:srgbClr val="94A9DC"/>
                </a:solidFill>
              </a:rPr>
              <a:t>Take-aways: Effects on wind shear, TI and wind veer during the </a:t>
            </a:r>
            <a:r>
              <a:rPr lang="en-US" noProof="0" err="1">
                <a:solidFill>
                  <a:srgbClr val="94A9DC"/>
                </a:solidFill>
              </a:rPr>
              <a:t>dinural</a:t>
            </a:r>
            <a:r>
              <a:rPr lang="en-US" noProof="0">
                <a:solidFill>
                  <a:srgbClr val="94A9DC"/>
                </a:solidFill>
              </a:rPr>
              <a:t> cycle (day/night transitions) under both convective and stable conditions</a:t>
            </a:r>
            <a:br>
              <a:rPr lang="en-US" noProof="0">
                <a:solidFill>
                  <a:srgbClr val="94A9DC"/>
                </a:solidFill>
              </a:rPr>
            </a:br>
            <a:endParaRPr lang="en-US" sz="2400" i="1" noProof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noProof="0"/>
              <a:t>From shear to veer: theory, statistics, and practical application </a:t>
            </a:r>
            <a:r>
              <a:rPr lang="en-US" sz="2000" noProof="0"/>
              <a:t>- Mark Kelly and Maarten Paul van der Laan, 2023</a:t>
            </a:r>
          </a:p>
          <a:p>
            <a:r>
              <a:rPr lang="en-US" noProof="0">
                <a:solidFill>
                  <a:srgbClr val="94A9DC"/>
                </a:solidFill>
              </a:rPr>
              <a:t>Take-aways: Importance of shear and veer, formulation of turbulence, eddy diffusion, stability and others.</a:t>
            </a:r>
          </a:p>
          <a:p>
            <a:r>
              <a:rPr lang="en-US" noProof="0">
                <a:solidFill>
                  <a:srgbClr val="94A9DC"/>
                </a:solidFill>
              </a:rPr>
              <a:t>Again a bit complex, so we will come back to it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1318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49349-87F3-1C95-B4BE-8ABA1F96A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8468AC21-B7C0-FEF7-BAC4-21B4A2D6A130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2E5EC-5DD0-C9F1-777E-1CC31834D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Literature so far (3/3)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E203DC8-C26B-4318-FC24-227C9A5E1D73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8B10E9A4-E469-A5D8-D99A-CE16CAF63274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AA580E1A-9A6A-1190-9E80-E2CDFBE15A06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CC2CB00C-85F5-C793-6262-F2127386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4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95289233-92B8-EDC9-E33C-98933B4C4930}"/>
              </a:ext>
            </a:extLst>
          </p:cNvPr>
          <p:cNvSpPr txBox="1"/>
          <p:nvPr/>
        </p:nvSpPr>
        <p:spPr>
          <a:xfrm>
            <a:off x="3025877" y="3271372"/>
            <a:ext cx="6110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75714221-D597-CD1C-C98C-F540E002B6A1}"/>
              </a:ext>
            </a:extLst>
          </p:cNvPr>
          <p:cNvSpPr txBox="1"/>
          <p:nvPr/>
        </p:nvSpPr>
        <p:spPr>
          <a:xfrm>
            <a:off x="213361" y="1103222"/>
            <a:ext cx="11765279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/>
              <a:t>Literature found on our own</a:t>
            </a:r>
          </a:p>
          <a:p>
            <a:endParaRPr lang="en-US" sz="2400" noProof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noProof="0"/>
              <a:t>Wind data analysis and wind flow simulation over large areas	 - </a:t>
            </a:r>
            <a:r>
              <a:rPr lang="en-US" sz="2400" noProof="0"/>
              <a:t>Angel </a:t>
            </a:r>
            <a:r>
              <a:rPr lang="en-US" sz="2400" noProof="0" err="1"/>
              <a:t>Terziev</a:t>
            </a:r>
            <a:r>
              <a:rPr lang="en-US" sz="2400" noProof="0"/>
              <a:t> et al., University of Sofia, 2014 </a:t>
            </a:r>
            <a:endParaRPr lang="en-US" sz="2400" i="1" noProof="0"/>
          </a:p>
          <a:p>
            <a:r>
              <a:rPr lang="en-US" noProof="0">
                <a:solidFill>
                  <a:srgbClr val="94A9DC"/>
                </a:solidFill>
              </a:rPr>
              <a:t>Take aways: Wind data interpretation, determining surface roughness,  Overview of 3D terrain models</a:t>
            </a:r>
          </a:p>
          <a:p>
            <a:endParaRPr lang="en-US" sz="2400" i="1" noProof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noProof="0"/>
              <a:t>Wind Flow Analysis on a Complex Terrain: A reliability study of a CFD tool on forested area including effects of forest module - </a:t>
            </a:r>
            <a:r>
              <a:rPr lang="en-US" sz="2000" noProof="0"/>
              <a:t>Görkem </a:t>
            </a:r>
            <a:r>
              <a:rPr lang="en-US" sz="2000" noProof="0" err="1"/>
              <a:t>Teneler</a:t>
            </a:r>
            <a:r>
              <a:rPr lang="en-US" sz="2000" noProof="0"/>
              <a:t>, Master thesis, 2011, Gotland University </a:t>
            </a:r>
          </a:p>
          <a:p>
            <a:r>
              <a:rPr lang="en-US" noProof="0">
                <a:solidFill>
                  <a:srgbClr val="94A9DC"/>
                </a:solidFill>
              </a:rPr>
              <a:t>Take aways: Describes key parameters for complex terrain modeling, Accounting for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noProof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noProof="0"/>
              <a:t>Investigation of wind speeds over multiple two-dimensional hills </a:t>
            </a:r>
            <a:r>
              <a:rPr lang="en-US" sz="2000" noProof="0"/>
              <a:t>- Paul Carpenter, Nicholas Locke, 1999, Journal of Wind Engineering and Industrial Aerodynamics</a:t>
            </a:r>
          </a:p>
          <a:p>
            <a:r>
              <a:rPr lang="en-US" noProof="0">
                <a:solidFill>
                  <a:srgbClr val="94A9DC"/>
                </a:solidFill>
              </a:rPr>
              <a:t>Take aways: Effect on wind profile from the impact of different kinds of hills, and hills following hills</a:t>
            </a:r>
          </a:p>
        </p:txBody>
      </p:sp>
    </p:spTree>
    <p:extLst>
      <p:ext uri="{BB962C8B-B14F-4D97-AF65-F5344CB8AC3E}">
        <p14:creationId xmlns:p14="http://schemas.microsoft.com/office/powerpoint/2010/main" val="355889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9F2ED-E7F4-7217-5FAE-408DF5448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CB93F9BA-C43D-5CDC-2F82-350FD010C103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5D10C7-50F6-6FB2-2B8F-D790E50B8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Python warm up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49DE484-F801-A869-214F-E6559EB71625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B03DE905-8C85-849D-E0A8-9A2926653828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80A54B77-D8C4-9974-C995-1BA46033DB6F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B4740BDA-182C-DBE5-D125-4891DA2B6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5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71E07A46-8536-7AF7-D588-773F6ABA0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781" y="1098599"/>
            <a:ext cx="5400859" cy="5018704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8210D2B3-A21B-1EBA-7A6F-BD6976E2A439}"/>
              </a:ext>
            </a:extLst>
          </p:cNvPr>
          <p:cNvSpPr txBox="1"/>
          <p:nvPr/>
        </p:nvSpPr>
        <p:spPr>
          <a:xfrm>
            <a:off x="213362" y="1103222"/>
            <a:ext cx="6207104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i="1" noProof="0" err="1"/>
              <a:t>Danmarks</a:t>
            </a:r>
            <a:r>
              <a:rPr lang="en-US" sz="2400" b="1" i="1" noProof="0"/>
              <a:t> </a:t>
            </a:r>
            <a:r>
              <a:rPr lang="en-US" sz="2400" b="1" i="1" noProof="0" err="1"/>
              <a:t>Højdemodel</a:t>
            </a:r>
            <a:r>
              <a:rPr lang="en-US" sz="2400" b="1" i="1" noProof="0"/>
              <a:t> </a:t>
            </a:r>
            <a:r>
              <a:rPr lang="en-US" sz="2400" b="1" noProof="0"/>
              <a:t>- 10x10km data</a:t>
            </a:r>
          </a:p>
          <a:p>
            <a:endParaRPr lang="en-US" sz="2400" noProof="0"/>
          </a:p>
          <a:p>
            <a:r>
              <a:rPr lang="en-US" sz="2400" noProof="0"/>
              <a:t>Downloaded for </a:t>
            </a:r>
            <a:r>
              <a:rPr lang="en-US" sz="2400" noProof="0" err="1"/>
              <a:t>Hillerød</a:t>
            </a:r>
            <a:r>
              <a:rPr lang="en-US" sz="2400" noProof="0"/>
              <a:t> and Hørsholm</a:t>
            </a:r>
          </a:p>
          <a:p>
            <a:endParaRPr lang="en-US" sz="2400" noProof="0"/>
          </a:p>
          <a:p>
            <a:r>
              <a:rPr lang="en-US" sz="2400"/>
              <a:t>Visualized</a:t>
            </a:r>
            <a:r>
              <a:rPr lang="en-US" sz="2400" noProof="0"/>
              <a:t> in Python as a height map</a:t>
            </a:r>
          </a:p>
        </p:txBody>
      </p:sp>
      <p:sp>
        <p:nvSpPr>
          <p:cNvPr id="24" name="Tekstfelt 23">
            <a:extLst>
              <a:ext uri="{FF2B5EF4-FFF2-40B4-BE49-F238E27FC236}">
                <a16:creationId xmlns:a16="http://schemas.microsoft.com/office/drawing/2014/main" id="{067F7691-63F2-9D90-C7C5-F243FC2922BF}"/>
              </a:ext>
            </a:extLst>
          </p:cNvPr>
          <p:cNvSpPr txBox="1"/>
          <p:nvPr/>
        </p:nvSpPr>
        <p:spPr>
          <a:xfrm>
            <a:off x="7773880" y="4367005"/>
            <a:ext cx="186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err="1">
                <a:solidFill>
                  <a:schemeClr val="bg1"/>
                </a:solidFill>
              </a:rPr>
              <a:t>Hillerød</a:t>
            </a:r>
            <a:r>
              <a:rPr lang="en-US" noProof="0">
                <a:solidFill>
                  <a:schemeClr val="bg1"/>
                </a:solidFill>
              </a:rPr>
              <a:t> </a:t>
            </a:r>
            <a:r>
              <a:rPr lang="en-US" noProof="0" err="1">
                <a:solidFill>
                  <a:schemeClr val="bg1"/>
                </a:solidFill>
              </a:rPr>
              <a:t>Golfklub</a:t>
            </a:r>
            <a:endParaRPr lang="en-US" noProof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Håndskrift 25">
                <a:extLst>
                  <a:ext uri="{FF2B5EF4-FFF2-40B4-BE49-F238E27FC236}">
                    <a16:creationId xmlns:a16="http://schemas.microsoft.com/office/drawing/2014/main" id="{A13D4F7C-11AF-DC9B-6AA2-BF3FEDAACDB4}"/>
                  </a:ext>
                </a:extLst>
              </p14:cNvPr>
              <p14:cNvContentPartPr/>
              <p14:nvPr/>
            </p14:nvContentPartPr>
            <p14:xfrm>
              <a:off x="8345920" y="3765353"/>
              <a:ext cx="237600" cy="610200"/>
            </p14:xfrm>
          </p:contentPart>
        </mc:Choice>
        <mc:Fallback xmlns="">
          <p:pic>
            <p:nvPicPr>
              <p:cNvPr id="26" name="Håndskrift 25">
                <a:extLst>
                  <a:ext uri="{FF2B5EF4-FFF2-40B4-BE49-F238E27FC236}">
                    <a16:creationId xmlns:a16="http://schemas.microsoft.com/office/drawing/2014/main" id="{A13D4F7C-11AF-DC9B-6AA2-BF3FEDAACD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27920" y="3747353"/>
                <a:ext cx="273240" cy="6458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Kombinationstegning: figur 3">
            <a:extLst>
              <a:ext uri="{FF2B5EF4-FFF2-40B4-BE49-F238E27FC236}">
                <a16:creationId xmlns:a16="http://schemas.microsoft.com/office/drawing/2014/main" id="{F2027B65-B3E4-6C8D-E971-B4AA49D40F06}"/>
              </a:ext>
            </a:extLst>
          </p:cNvPr>
          <p:cNvSpPr/>
          <p:nvPr/>
        </p:nvSpPr>
        <p:spPr>
          <a:xfrm>
            <a:off x="7295535" y="2438400"/>
            <a:ext cx="1337188" cy="1337187"/>
          </a:xfrm>
          <a:custGeom>
            <a:avLst/>
            <a:gdLst>
              <a:gd name="csX0" fmla="*/ 0 w 1337188"/>
              <a:gd name="csY0" fmla="*/ 698090 h 1337187"/>
              <a:gd name="csX1" fmla="*/ 167149 w 1337188"/>
              <a:gd name="csY1" fmla="*/ 304800 h 1337187"/>
              <a:gd name="csX2" fmla="*/ 570271 w 1337188"/>
              <a:gd name="csY2" fmla="*/ 29497 h 1337187"/>
              <a:gd name="csX3" fmla="*/ 747252 w 1337188"/>
              <a:gd name="csY3" fmla="*/ 0 h 1337187"/>
              <a:gd name="csX4" fmla="*/ 983226 w 1337188"/>
              <a:gd name="csY4" fmla="*/ 324465 h 1337187"/>
              <a:gd name="csX5" fmla="*/ 1229033 w 1337188"/>
              <a:gd name="csY5" fmla="*/ 619432 h 1337187"/>
              <a:gd name="csX6" fmla="*/ 1337188 w 1337188"/>
              <a:gd name="csY6" fmla="*/ 943897 h 1337187"/>
              <a:gd name="csX7" fmla="*/ 1317523 w 1337188"/>
              <a:gd name="csY7" fmla="*/ 1258529 h 1337187"/>
              <a:gd name="csX8" fmla="*/ 757084 w 1337188"/>
              <a:gd name="csY8" fmla="*/ 1337187 h 1337187"/>
              <a:gd name="csX9" fmla="*/ 393291 w 1337188"/>
              <a:gd name="csY9" fmla="*/ 1229032 h 1337187"/>
              <a:gd name="csX10" fmla="*/ 0 w 1337188"/>
              <a:gd name="csY10" fmla="*/ 698090 h 13371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37188" h="1337187">
                <a:moveTo>
                  <a:pt x="0" y="698090"/>
                </a:moveTo>
                <a:lnTo>
                  <a:pt x="167149" y="304800"/>
                </a:lnTo>
                <a:lnTo>
                  <a:pt x="570271" y="29497"/>
                </a:lnTo>
                <a:lnTo>
                  <a:pt x="747252" y="0"/>
                </a:lnTo>
                <a:lnTo>
                  <a:pt x="983226" y="324465"/>
                </a:lnTo>
                <a:lnTo>
                  <a:pt x="1229033" y="619432"/>
                </a:lnTo>
                <a:lnTo>
                  <a:pt x="1337188" y="943897"/>
                </a:lnTo>
                <a:lnTo>
                  <a:pt x="1317523" y="1258529"/>
                </a:lnTo>
                <a:lnTo>
                  <a:pt x="757084" y="1337187"/>
                </a:lnTo>
                <a:lnTo>
                  <a:pt x="393291" y="1229032"/>
                </a:lnTo>
                <a:lnTo>
                  <a:pt x="0" y="698090"/>
                </a:lnTo>
                <a:close/>
              </a:path>
            </a:pathLst>
          </a:custGeom>
          <a:noFill/>
          <a:ln w="3810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4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4E17B-3639-F147-F330-23B3118F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85CEC7EB-61DC-9F53-F40A-07378708EB83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56609-D641-1AEB-0073-471C6FDAD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Python warm up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5455D781-40E6-7B9A-6EE0-4392140F570D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903E155C-7035-3EAF-5261-AF7F181B116E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A6F2F1D-B4B2-ECC1-2B86-CEBFFC5B00CF}"/>
              </a:ext>
            </a:extLst>
          </p:cNvPr>
          <p:cNvSpPr/>
          <p:nvPr/>
        </p:nvSpPr>
        <p:spPr>
          <a:xfrm>
            <a:off x="0" y="-19274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C43D3D4B-9A09-7884-1DEA-42DE5C35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6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EE327069-949C-19ED-4FFD-E0288F52016E}"/>
              </a:ext>
            </a:extLst>
          </p:cNvPr>
          <p:cNvSpPr txBox="1"/>
          <p:nvPr/>
        </p:nvSpPr>
        <p:spPr>
          <a:xfrm>
            <a:off x="213362" y="1013017"/>
            <a:ext cx="1176527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noProof="0"/>
              <a:t>Interactive </a:t>
            </a:r>
            <a:r>
              <a:rPr lang="en-US" sz="2400"/>
              <a:t>plot</a:t>
            </a:r>
            <a:r>
              <a:rPr lang="en-US" sz="2400" noProof="0"/>
              <a:t> using the </a:t>
            </a:r>
            <a:r>
              <a:rPr lang="en-US" sz="2400" i="1" noProof="0"/>
              <a:t>p</a:t>
            </a:r>
            <a:r>
              <a:rPr lang="en-US" sz="2400" i="1" noProof="0" err="1"/>
              <a:t>lotly</a:t>
            </a:r>
            <a:r>
              <a:rPr lang="en-US" sz="2400" noProof="0" err="1"/>
              <a:t> </a:t>
            </a:r>
            <a:r>
              <a:rPr lang="en-US" sz="2400" noProof="0"/>
              <a:t>package and slicing to get 2D cross sections of terrain</a:t>
            </a:r>
          </a:p>
          <a:p>
            <a:endParaRPr lang="en-US" sz="2400" noProof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5CCB8685-4602-0C87-CE16-0B6D9AE03D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53" y="1484817"/>
            <a:ext cx="5882640" cy="4706111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A46CC812-0DF9-8341-FF80-003F036C6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84" y="1648583"/>
            <a:ext cx="5383454" cy="441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1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00C8A-E0CD-67E7-D9E4-DD134BCF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6CA89B46-2456-F85B-BB28-F083199C4BD1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3D2EBE3-1995-1735-3A01-139E763AB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Proposal for 3 research questions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0B2FC22-6BB8-9A61-C180-5FA5E82CD114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639CD41A-90F6-C66A-5E86-D902EB7365A6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51DF5C2A-4771-ACE9-C303-0E9D6360E2EA}"/>
              </a:ext>
            </a:extLst>
          </p:cNvPr>
          <p:cNvSpPr/>
          <p:nvPr/>
        </p:nvSpPr>
        <p:spPr>
          <a:xfrm>
            <a:off x="0" y="-19274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AA3774D3-C3EF-80EC-36A8-5111CA38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7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6BDA7221-3878-8307-D237-3A68F0C87CD0}"/>
              </a:ext>
            </a:extLst>
          </p:cNvPr>
          <p:cNvSpPr txBox="1"/>
          <p:nvPr/>
        </p:nvSpPr>
        <p:spPr>
          <a:xfrm>
            <a:off x="213361" y="1103222"/>
            <a:ext cx="8193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noProof="0"/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C9572AF2-634D-84E8-8770-E31039C4E93C}"/>
              </a:ext>
            </a:extLst>
          </p:cNvPr>
          <p:cNvSpPr/>
          <p:nvPr/>
        </p:nvSpPr>
        <p:spPr>
          <a:xfrm>
            <a:off x="6322726" y="1179505"/>
            <a:ext cx="5655914" cy="2181624"/>
          </a:xfrm>
          <a:prstGeom prst="roundRect">
            <a:avLst>
              <a:gd name="adj" fmla="val 9141"/>
            </a:avLst>
          </a:prstGeom>
          <a:solidFill>
            <a:srgbClr val="94A9DC"/>
          </a:solidFill>
          <a:ln>
            <a:solidFill>
              <a:srgbClr val="94A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bg1"/>
                </a:solidFill>
              </a:rPr>
              <a:t>1.1: Wind interaction and dependencies over flat terrain</a:t>
            </a:r>
          </a:p>
          <a:p>
            <a:pPr marL="285750" indent="-285750">
              <a:buFontTx/>
              <a:buChar char="-"/>
            </a:pPr>
            <a:r>
              <a:rPr lang="en-US" sz="1600" b="1" noProof="0">
                <a:solidFill>
                  <a:schemeClr val="bg1"/>
                </a:solidFill>
              </a:rPr>
              <a:t>Wind</a:t>
            </a:r>
            <a:r>
              <a:rPr lang="en-US" sz="1600" b="1">
                <a:solidFill>
                  <a:schemeClr val="bg1"/>
                </a:solidFill>
              </a:rPr>
              <a:t> shear, veer, TI, temperature, roughness, … </a:t>
            </a:r>
          </a:p>
          <a:p>
            <a:r>
              <a:rPr lang="en-US" sz="1600" b="1">
                <a:solidFill>
                  <a:schemeClr val="bg1"/>
                </a:solidFill>
              </a:rPr>
              <a:t>1.2: Wind interaction and dependencies over complex terrain</a:t>
            </a:r>
          </a:p>
          <a:p>
            <a:pPr marL="285750" indent="-285750">
              <a:buFontTx/>
              <a:buChar char="-"/>
            </a:pPr>
            <a:r>
              <a:rPr lang="en-US" sz="1600" b="1">
                <a:solidFill>
                  <a:schemeClr val="bg1"/>
                </a:solidFill>
              </a:rPr>
              <a:t>Look into and understand hills (sinusoidal first, then irregular?) (Speed-up effect (Investigation of wind flow…)</a:t>
            </a:r>
          </a:p>
          <a:p>
            <a:pPr marL="285750" indent="-285750">
              <a:buFontTx/>
              <a:buChar char="-"/>
            </a:pPr>
            <a:r>
              <a:rPr lang="en-US" sz="1600" b="1">
                <a:solidFill>
                  <a:schemeClr val="bg1"/>
                </a:solidFill>
              </a:rPr>
              <a:t>Trees and other structures</a:t>
            </a:r>
          </a:p>
        </p:txBody>
      </p:sp>
      <p:sp>
        <p:nvSpPr>
          <p:cNvPr id="14" name="Rektangel: afrundede hjørner 13">
            <a:extLst>
              <a:ext uri="{FF2B5EF4-FFF2-40B4-BE49-F238E27FC236}">
                <a16:creationId xmlns:a16="http://schemas.microsoft.com/office/drawing/2014/main" id="{D197F7B7-ED96-58FA-BFBF-37C1CB9B8AF5}"/>
              </a:ext>
            </a:extLst>
          </p:cNvPr>
          <p:cNvSpPr/>
          <p:nvPr/>
        </p:nvSpPr>
        <p:spPr>
          <a:xfrm>
            <a:off x="6322725" y="3529781"/>
            <a:ext cx="5655915" cy="1130882"/>
          </a:xfrm>
          <a:prstGeom prst="roundRect">
            <a:avLst/>
          </a:prstGeom>
          <a:solidFill>
            <a:srgbClr val="94A9DC"/>
          </a:solidFill>
          <a:ln>
            <a:solidFill>
              <a:srgbClr val="94A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bg1"/>
                </a:solidFill>
              </a:rPr>
              <a:t>2.1. Modelling wind over golf court</a:t>
            </a:r>
          </a:p>
          <a:p>
            <a:pPr marL="285750" indent="-285750">
              <a:buFontTx/>
              <a:buChar char="-"/>
            </a:pPr>
            <a:r>
              <a:rPr lang="en-US" sz="1600" b="1">
                <a:solidFill>
                  <a:schemeClr val="bg1"/>
                </a:solidFill>
              </a:rPr>
              <a:t>Examining real data?</a:t>
            </a:r>
          </a:p>
          <a:p>
            <a:pPr marL="285750" indent="-285750">
              <a:buFontTx/>
              <a:buChar char="-"/>
            </a:pPr>
            <a:r>
              <a:rPr lang="en-US" sz="1600" b="1">
                <a:solidFill>
                  <a:schemeClr val="bg1"/>
                </a:solidFill>
              </a:rPr>
              <a:t>Bench different models? LES or RANS?</a:t>
            </a:r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A462E53E-EC10-BCC5-7079-DE71A54A7882}"/>
              </a:ext>
            </a:extLst>
          </p:cNvPr>
          <p:cNvSpPr txBox="1"/>
          <p:nvPr/>
        </p:nvSpPr>
        <p:spPr>
          <a:xfrm>
            <a:off x="213361" y="1189510"/>
            <a:ext cx="597113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GB" b="1"/>
              <a:t>How does the wind depend on the surrounding terrain? And how does this effect the aerodynamics of the golf ball?</a:t>
            </a:r>
          </a:p>
        </p:txBody>
      </p:sp>
      <p:sp>
        <p:nvSpPr>
          <p:cNvPr id="26" name="Tekstfelt 25">
            <a:extLst>
              <a:ext uri="{FF2B5EF4-FFF2-40B4-BE49-F238E27FC236}">
                <a16:creationId xmlns:a16="http://schemas.microsoft.com/office/drawing/2014/main" id="{55162BAE-B676-A5C5-29FA-A4DFA7363200}"/>
              </a:ext>
            </a:extLst>
          </p:cNvPr>
          <p:cNvSpPr txBox="1"/>
          <p:nvPr/>
        </p:nvSpPr>
        <p:spPr>
          <a:xfrm>
            <a:off x="213359" y="3529781"/>
            <a:ext cx="5971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en-GB" b="1"/>
              <a:t>How can the wind over a golf court be modelled, what methods are used and how complex is the procedure? </a:t>
            </a:r>
          </a:p>
        </p:txBody>
      </p:sp>
      <p:sp>
        <p:nvSpPr>
          <p:cNvPr id="29" name="Tekstfelt 28">
            <a:extLst>
              <a:ext uri="{FF2B5EF4-FFF2-40B4-BE49-F238E27FC236}">
                <a16:creationId xmlns:a16="http://schemas.microsoft.com/office/drawing/2014/main" id="{C27A212A-5CF4-A2F6-23B0-A7DD976BBC7D}"/>
              </a:ext>
            </a:extLst>
          </p:cNvPr>
          <p:cNvSpPr txBox="1"/>
          <p:nvPr/>
        </p:nvSpPr>
        <p:spPr>
          <a:xfrm>
            <a:off x="213359" y="4801929"/>
            <a:ext cx="59711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/>
              <a:t>3.   How can we model the wind over a golf court </a:t>
            </a:r>
          </a:p>
          <a:p>
            <a:r>
              <a:rPr lang="en-GB" b="1"/>
              <a:t>        accurately using surrogate model (ROM or ML)?</a:t>
            </a:r>
          </a:p>
        </p:txBody>
      </p:sp>
      <p:sp>
        <p:nvSpPr>
          <p:cNvPr id="30" name="Rektangel: afrundede hjørner 29">
            <a:extLst>
              <a:ext uri="{FF2B5EF4-FFF2-40B4-BE49-F238E27FC236}">
                <a16:creationId xmlns:a16="http://schemas.microsoft.com/office/drawing/2014/main" id="{B4E58630-CBEA-0041-970F-7D9A71DA1CF5}"/>
              </a:ext>
            </a:extLst>
          </p:cNvPr>
          <p:cNvSpPr/>
          <p:nvPr/>
        </p:nvSpPr>
        <p:spPr>
          <a:xfrm>
            <a:off x="6322725" y="4801929"/>
            <a:ext cx="5655915" cy="1361274"/>
          </a:xfrm>
          <a:prstGeom prst="roundRect">
            <a:avLst/>
          </a:prstGeom>
          <a:solidFill>
            <a:srgbClr val="94A9DC"/>
          </a:solidFill>
          <a:ln>
            <a:solidFill>
              <a:srgbClr val="94A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bg1"/>
                </a:solidFill>
              </a:rPr>
              <a:t>3.1. Surrogate model for wind over golf court</a:t>
            </a:r>
          </a:p>
          <a:p>
            <a:pPr marL="285750" indent="-285750">
              <a:buFontTx/>
              <a:buChar char="-"/>
            </a:pPr>
            <a:r>
              <a:rPr lang="en-US" sz="1600" b="1" noProof="0">
                <a:solidFill>
                  <a:schemeClr val="bg1"/>
                </a:solidFill>
              </a:rPr>
              <a:t>Create </a:t>
            </a:r>
            <a:r>
              <a:rPr lang="en-US" sz="1600" b="1" noProof="0" err="1">
                <a:solidFill>
                  <a:schemeClr val="bg1"/>
                </a:solidFill>
              </a:rPr>
              <a:t>surr</a:t>
            </a:r>
            <a:r>
              <a:rPr lang="en-US" sz="1600" b="1" err="1">
                <a:solidFill>
                  <a:schemeClr val="bg1"/>
                </a:solidFill>
              </a:rPr>
              <a:t>ogate</a:t>
            </a:r>
            <a:r>
              <a:rPr lang="en-US" sz="1600" b="1">
                <a:solidFill>
                  <a:schemeClr val="bg1"/>
                </a:solidFill>
              </a:rPr>
              <a:t> to model wind flow (ABL model) over golf course or use already created surrogate model to test?</a:t>
            </a:r>
          </a:p>
          <a:p>
            <a:pPr marL="285750" indent="-285750">
              <a:buFontTx/>
              <a:buChar char="-"/>
            </a:pPr>
            <a:r>
              <a:rPr lang="en-US" sz="1600" b="1">
                <a:solidFill>
                  <a:schemeClr val="bg1"/>
                </a:solidFill>
              </a:rPr>
              <a:t>Use created model to further investigate ABL structure</a:t>
            </a:r>
          </a:p>
        </p:txBody>
      </p:sp>
    </p:spTree>
    <p:extLst>
      <p:ext uri="{BB962C8B-B14F-4D97-AF65-F5344CB8AC3E}">
        <p14:creationId xmlns:p14="http://schemas.microsoft.com/office/powerpoint/2010/main" val="362079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7EEE7-A93A-8647-3EDD-E1BE85819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7CBF0A2B-E8F3-C519-045A-E8CB08ABF374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90C624-0274-BB00-2855-F6353F841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Our idea for </a:t>
            </a:r>
            <a:r>
              <a:rPr lang="en-US" sz="4800" b="1">
                <a:solidFill>
                  <a:schemeClr val="bg1"/>
                </a:solidFill>
              </a:rPr>
              <a:t>a </a:t>
            </a:r>
            <a:r>
              <a:rPr lang="en-US" sz="4800" b="1" noProof="0">
                <a:solidFill>
                  <a:schemeClr val="bg1"/>
                </a:solidFill>
              </a:rPr>
              <a:t>structure 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1CB844C-C324-3F02-D555-A6AE10FED063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5C80EC95-1E18-4C00-A1C6-C683B0C63976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FBD06444-6F47-3B3D-2833-067537D2535F}"/>
              </a:ext>
            </a:extLst>
          </p:cNvPr>
          <p:cNvSpPr/>
          <p:nvPr/>
        </p:nvSpPr>
        <p:spPr>
          <a:xfrm>
            <a:off x="0" y="-19274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12CB7AD4-2E86-BF1A-F22D-97E2241E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8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C44A9-5F2A-21D6-E706-CA7701499FC8}"/>
              </a:ext>
            </a:extLst>
          </p:cNvPr>
          <p:cNvSpPr txBox="1"/>
          <p:nvPr/>
        </p:nvSpPr>
        <p:spPr>
          <a:xfrm>
            <a:off x="213361" y="1023092"/>
            <a:ext cx="5384800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noProof="0"/>
              <a:t>1 Introduction</a:t>
            </a:r>
          </a:p>
          <a:p>
            <a:pPr algn="l"/>
            <a:endParaRPr lang="en-US" b="1" noProof="0"/>
          </a:p>
          <a:p>
            <a:pPr algn="l"/>
            <a:r>
              <a:rPr lang="en-US" b="1" noProof="0"/>
              <a:t>2. Theory</a:t>
            </a:r>
          </a:p>
          <a:p>
            <a:pPr lvl="1"/>
            <a:r>
              <a:rPr lang="en-US" b="1" noProof="0"/>
              <a:t>2.1. General Wind theory</a:t>
            </a:r>
          </a:p>
          <a:p>
            <a:pPr marL="1200150" lvl="2" indent="-285750">
              <a:buFont typeface="Calibri"/>
              <a:buChar char="-"/>
            </a:pPr>
            <a:r>
              <a:rPr lang="en-US" noProof="0"/>
              <a:t>Wind speed profile (ABL)</a:t>
            </a:r>
          </a:p>
          <a:p>
            <a:pPr marL="1200150" lvl="2" indent="-285750">
              <a:buFont typeface="Calibri"/>
              <a:buChar char="-"/>
            </a:pPr>
            <a:r>
              <a:rPr lang="en-US" noProof="0"/>
              <a:t>Stability</a:t>
            </a:r>
          </a:p>
          <a:p>
            <a:pPr marL="1200150" lvl="2" indent="-285750">
              <a:buFont typeface="Calibri"/>
              <a:buChar char="-"/>
            </a:pPr>
            <a:r>
              <a:rPr lang="en-US" noProof="0"/>
              <a:t>Temperature impact</a:t>
            </a:r>
          </a:p>
          <a:p>
            <a:pPr marL="1200150" lvl="2" indent="-285750">
              <a:buFont typeface="Calibri"/>
              <a:buChar char="-"/>
            </a:pPr>
            <a:r>
              <a:rPr lang="en-US" noProof="0"/>
              <a:t>Turbulence intensity</a:t>
            </a:r>
          </a:p>
          <a:p>
            <a:pPr marL="1200150" lvl="2" indent="-285750">
              <a:buFont typeface="Calibri"/>
              <a:buChar char="-"/>
            </a:pPr>
            <a:r>
              <a:rPr lang="en-US" noProof="0"/>
              <a:t>Wind veer</a:t>
            </a:r>
          </a:p>
          <a:p>
            <a:pPr marL="1200150" lvl="2" indent="-285750">
              <a:buFont typeface="Calibri"/>
              <a:buChar char="-"/>
            </a:pPr>
            <a:r>
              <a:rPr lang="en-US" noProof="0"/>
              <a:t>Surface roughness</a:t>
            </a:r>
          </a:p>
          <a:p>
            <a:pPr marL="1200150" lvl="2" indent="-285750">
              <a:buFont typeface="Calibri"/>
              <a:buChar char="-"/>
            </a:pPr>
            <a:r>
              <a:rPr lang="en-US" noProof="0"/>
              <a:t>Impact of incline</a:t>
            </a:r>
          </a:p>
          <a:p>
            <a:pPr marL="1200150" lvl="2" indent="-285750">
              <a:buFont typeface="Calibri"/>
              <a:buChar char="-"/>
            </a:pPr>
            <a:r>
              <a:rPr lang="en-US" noProof="0"/>
              <a:t>Impact of Hill(s)</a:t>
            </a:r>
          </a:p>
          <a:p>
            <a:pPr marL="1200150" lvl="2" indent="-285750">
              <a:buFont typeface="Calibri"/>
              <a:buChar char="-"/>
            </a:pPr>
            <a:r>
              <a:rPr lang="en-US"/>
              <a:t>Impact of Trees / structures</a:t>
            </a:r>
            <a:endParaRPr lang="en-US" noProof="0"/>
          </a:p>
          <a:p>
            <a:pPr lvl="1"/>
            <a:endParaRPr lang="en-US" noProof="0"/>
          </a:p>
          <a:p>
            <a:pPr lvl="1"/>
            <a:r>
              <a:rPr lang="en-US" b="1" noProof="0"/>
              <a:t>2.2. Modelling theory</a:t>
            </a:r>
          </a:p>
          <a:p>
            <a:pPr marL="1200150" lvl="2" indent="-285750">
              <a:buFont typeface="Calibri"/>
              <a:buChar char="-"/>
            </a:pPr>
            <a:r>
              <a:rPr lang="en-US" noProof="0"/>
              <a:t>RANS</a:t>
            </a:r>
          </a:p>
          <a:p>
            <a:pPr marL="1200150" lvl="2" indent="-285750">
              <a:buFont typeface="Calibri"/>
              <a:buChar char="-"/>
            </a:pPr>
            <a:r>
              <a:rPr lang="en-US" noProof="0"/>
              <a:t>LES</a:t>
            </a:r>
          </a:p>
          <a:p>
            <a:pPr marL="1200150" lvl="2" indent="-285750">
              <a:buFont typeface="Calibri"/>
              <a:buChar char="-"/>
            </a:pPr>
            <a:r>
              <a:rPr lang="en-US"/>
              <a:t>ROM (PS-ROM)</a:t>
            </a:r>
          </a:p>
          <a:p>
            <a:pPr marL="1200150" lvl="2" indent="-285750">
              <a:buFont typeface="Calibri"/>
              <a:buChar char="-"/>
            </a:pPr>
            <a:endParaRPr lang="en-US" noProof="0"/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6A631F6F-93F9-463D-D72D-59800C3A12C3}"/>
              </a:ext>
            </a:extLst>
          </p:cNvPr>
          <p:cNvSpPr txBox="1"/>
          <p:nvPr/>
        </p:nvSpPr>
        <p:spPr>
          <a:xfrm>
            <a:off x="6096000" y="1041753"/>
            <a:ext cx="588263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noProof="0"/>
              <a:t>3. Data</a:t>
            </a:r>
          </a:p>
          <a:p>
            <a:pPr marL="285750" indent="-285750">
              <a:buFontTx/>
              <a:buChar char="-"/>
            </a:pPr>
            <a:r>
              <a:rPr lang="en-US" noProof="0"/>
              <a:t>What data will be used, how is it handled?</a:t>
            </a:r>
          </a:p>
          <a:p>
            <a:pPr marL="285750" indent="-285750">
              <a:buFontTx/>
              <a:buChar char="-"/>
            </a:pPr>
            <a:r>
              <a:rPr lang="en-US" noProof="0"/>
              <a:t>DTU in-house tools we need to use?</a:t>
            </a:r>
          </a:p>
          <a:p>
            <a:endParaRPr lang="en-US" b="1" noProof="0"/>
          </a:p>
          <a:p>
            <a:r>
              <a:rPr lang="en-US" b="1" noProof="0"/>
              <a:t>4. Methods / modelling</a:t>
            </a:r>
          </a:p>
          <a:p>
            <a:pPr marL="285750" indent="-285750">
              <a:buFont typeface="Calibri"/>
              <a:buChar char="-"/>
            </a:pPr>
            <a:r>
              <a:rPr lang="en-US" noProof="0"/>
              <a:t>Which tools are we using (</a:t>
            </a:r>
            <a:r>
              <a:rPr lang="en-US"/>
              <a:t>making a surrogate </a:t>
            </a:r>
            <a:r>
              <a:rPr lang="en-US" noProof="0"/>
              <a:t>model / </a:t>
            </a:r>
            <a:r>
              <a:rPr lang="en-US"/>
              <a:t>is a surrogate </a:t>
            </a:r>
            <a:r>
              <a:rPr lang="en-US" noProof="0"/>
              <a:t>model provided)</a:t>
            </a:r>
          </a:p>
          <a:p>
            <a:endParaRPr lang="en-US" b="1" noProof="0"/>
          </a:p>
          <a:p>
            <a:r>
              <a:rPr lang="en-US" b="1" noProof="0"/>
              <a:t>5. Results</a:t>
            </a:r>
            <a:endParaRPr lang="en-US" noProof="0"/>
          </a:p>
          <a:p>
            <a:pPr marL="285750" indent="-285750">
              <a:buFont typeface="Calibri"/>
              <a:buChar char="-"/>
            </a:pPr>
            <a:r>
              <a:rPr lang="en-US" noProof="0"/>
              <a:t>Benchmarking model against</a:t>
            </a:r>
            <a:r>
              <a:rPr lang="en-US"/>
              <a:t> </a:t>
            </a:r>
            <a:endParaRPr lang="en-US" noProof="0"/>
          </a:p>
          <a:p>
            <a:endParaRPr lang="en-US" noProof="0"/>
          </a:p>
          <a:p>
            <a:r>
              <a:rPr lang="en-US" b="1" noProof="0"/>
              <a:t>6. Analysis</a:t>
            </a:r>
          </a:p>
          <a:p>
            <a:r>
              <a:rPr lang="en-US" b="1" noProof="0"/>
              <a:t>7. Discussion</a:t>
            </a:r>
          </a:p>
          <a:p>
            <a:r>
              <a:rPr lang="en-US" b="1" noProof="0"/>
              <a:t>8. Conclusion</a:t>
            </a:r>
            <a:r>
              <a:rPr lang="en-US" noProof="0"/>
              <a:t> </a:t>
            </a: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1CF60801-933D-B118-1F42-75BF2A94F31E}"/>
              </a:ext>
            </a:extLst>
          </p:cNvPr>
          <p:cNvSpPr/>
          <p:nvPr/>
        </p:nvSpPr>
        <p:spPr>
          <a:xfrm>
            <a:off x="6095999" y="4070556"/>
            <a:ext cx="5882637" cy="919805"/>
          </a:xfrm>
          <a:prstGeom prst="rect">
            <a:avLst/>
          </a:prstGeom>
          <a:noFill/>
          <a:ln w="57150">
            <a:solidFill>
              <a:srgbClr val="94A9D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059C8BAD-BB8D-056A-0C3D-060B04C9AC49}"/>
              </a:ext>
            </a:extLst>
          </p:cNvPr>
          <p:cNvSpPr txBox="1"/>
          <p:nvPr/>
        </p:nvSpPr>
        <p:spPr>
          <a:xfrm>
            <a:off x="8420419" y="4216186"/>
            <a:ext cx="3558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>
                <a:solidFill>
                  <a:srgbClr val="94A9DC"/>
                </a:solidFill>
              </a:rPr>
              <a:t>Exact structure for these sections </a:t>
            </a:r>
          </a:p>
          <a:p>
            <a:r>
              <a:rPr lang="en-US" noProof="0">
                <a:solidFill>
                  <a:srgbClr val="94A9DC"/>
                </a:solidFill>
              </a:rPr>
              <a:t>can be determined later</a:t>
            </a:r>
          </a:p>
        </p:txBody>
      </p:sp>
    </p:spTree>
    <p:extLst>
      <p:ext uri="{BB962C8B-B14F-4D97-AF65-F5344CB8AC3E}">
        <p14:creationId xmlns:p14="http://schemas.microsoft.com/office/powerpoint/2010/main" val="178273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8CEC7-6CEA-775C-B0AB-37BFD995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C55B8B10-E041-B13C-24E5-EC8C080C0108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E50E2CB-C5D7-A22C-F57F-82C327A83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Our idea for</a:t>
            </a:r>
            <a:r>
              <a:rPr lang="en-US" sz="4800" b="1">
                <a:solidFill>
                  <a:schemeClr val="bg1"/>
                </a:solidFill>
              </a:rPr>
              <a:t> a project timeline </a:t>
            </a:r>
            <a:endParaRPr lang="en-US" sz="4800" b="1" noProof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BF6EC15-474B-5878-94EE-6AD9849E7116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A8A127DC-DB57-D68A-B978-8C62EE29E0E5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6CF27C5-5552-6717-767C-A6F9FE808DF0}"/>
              </a:ext>
            </a:extLst>
          </p:cNvPr>
          <p:cNvSpPr/>
          <p:nvPr/>
        </p:nvSpPr>
        <p:spPr>
          <a:xfrm>
            <a:off x="0" y="-19274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49137826-30C3-7CD2-4385-55F1CBC4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9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1E6D7C-C2AD-6907-CB36-A00B2316D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11" y="1418742"/>
            <a:ext cx="11766177" cy="402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9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12847B99347FF4083334DC9135B7BA4" ma:contentTypeVersion="3" ma:contentTypeDescription="Opret et nyt dokument." ma:contentTypeScope="" ma:versionID="1a786b5c107794d200a9d3bcaa41f2c4">
  <xsd:schema xmlns:xsd="http://www.w3.org/2001/XMLSchema" xmlns:xs="http://www.w3.org/2001/XMLSchema" xmlns:p="http://schemas.microsoft.com/office/2006/metadata/properties" xmlns:ns2="e96c79e5-61d3-4198-a281-6c3eb0006017" targetNamespace="http://schemas.microsoft.com/office/2006/metadata/properties" ma:root="true" ma:fieldsID="196022ccb88252a9af80d479eff89362" ns2:_="">
    <xsd:import namespace="e96c79e5-61d3-4198-a281-6c3eb00060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c79e5-61d3-4198-a281-6c3eb00060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F8528A-EB0F-494F-AC92-C8DAF21C688A}">
  <ds:schemaRefs>
    <ds:schemaRef ds:uri="e96c79e5-61d3-4198-a281-6c3eb00060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00B931-8A2D-411D-96B4-9DDF2F5F4796}">
  <ds:schemaRefs>
    <ds:schemaRef ds:uri="e96c79e5-61d3-4198-a281-6c3eb00060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30616D5-3EEA-47E7-9E4B-D08F23AF60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46050 Group 3 - P2</Template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Office-tema</vt:lpstr>
      <vt:lpstr>PowerPoint Presentation</vt:lpstr>
      <vt:lpstr>Literature so far (1/3)</vt:lpstr>
      <vt:lpstr>Literature so far (2/3)</vt:lpstr>
      <vt:lpstr>Literature so far (3/3)</vt:lpstr>
      <vt:lpstr>Python warm up</vt:lpstr>
      <vt:lpstr>Python warm up</vt:lpstr>
      <vt:lpstr>Proposal for 3 research questions</vt:lpstr>
      <vt:lpstr>Our idea for a structure </vt:lpstr>
      <vt:lpstr>Our idea for a project timeline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Alfred Pedersen</dc:creator>
  <cp:revision>7</cp:revision>
  <dcterms:created xsi:type="dcterms:W3CDTF">2026-03-11T06:29:48Z</dcterms:created>
  <dcterms:modified xsi:type="dcterms:W3CDTF">2026-03-17T06:54:18Z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0x010100C12847B99347FF4083334DC9135B7BA4</vt:lpwstr>
  </property>
</Properties>
</file>